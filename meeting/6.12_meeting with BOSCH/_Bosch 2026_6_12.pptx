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2" r:id="rId5"/>
    <p:sldMasterId id="214748368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y="5143500" cx="9144000"/>
  <p:notesSz cx="6858000" cy="9144000"/>
  <p:embeddedFontLst>
    <p:embeddedFont>
      <p:font typeface="Raleway"/>
      <p:regular r:id="rId16"/>
      <p:bold r:id="rId17"/>
      <p:italic r:id="rId18"/>
      <p:boldItalic r:id="rId19"/>
    </p:embeddedFont>
    <p:embeddedFont>
      <p:font typeface="Hanken Grotesk"/>
      <p:regular r:id="rId20"/>
      <p:bold r:id="rId21"/>
      <p:italic r:id="rId22"/>
      <p:boldItalic r:id="rId23"/>
    </p:embeddedFont>
    <p:embeddedFont>
      <p:font typeface="Raleway ExtraBold"/>
      <p:bold r:id="rId24"/>
      <p:boldItalic r:id="rId25"/>
    </p:embeddedFont>
    <p:embeddedFont>
      <p:font typeface="Raleway Black"/>
      <p:bold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EF86C39-C1AC-43C0-AB85-E3D1C2416058}">
  <a:tblStyle styleId="{FEF86C39-C1AC-43C0-AB85-E3D1C241605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ankenGrotesk-regular.fntdata"/><Relationship Id="rId22" Type="http://schemas.openxmlformats.org/officeDocument/2006/relationships/font" Target="fonts/HankenGrotesk-italic.fntdata"/><Relationship Id="rId21" Type="http://schemas.openxmlformats.org/officeDocument/2006/relationships/font" Target="fonts/HankenGrotesk-bold.fntdata"/><Relationship Id="rId24" Type="http://schemas.openxmlformats.org/officeDocument/2006/relationships/font" Target="fonts/RalewayExtraBold-bold.fntdata"/><Relationship Id="rId23" Type="http://schemas.openxmlformats.org/officeDocument/2006/relationships/font" Target="fonts/HankenGrotesk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RalewayBlack-bold.fntdata"/><Relationship Id="rId25" Type="http://schemas.openxmlformats.org/officeDocument/2006/relationships/font" Target="fonts/RalewayExtraBold-boldItalic.fntdata"/><Relationship Id="rId27" Type="http://schemas.openxmlformats.org/officeDocument/2006/relationships/font" Target="fonts/RalewayBlack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19" Type="http://schemas.openxmlformats.org/officeDocument/2006/relationships/font" Target="fonts/Raleway-boldItalic.fntdata"/><Relationship Id="rId18" Type="http://schemas.openxmlformats.org/officeDocument/2006/relationships/font" Target="fonts/Raleway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3e2d963da45_2_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9" name="Google Shape;699;g3e2d963da45_2_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3ebabd4592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7" name="Google Shape;737;g3ebabd4592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3ebabd45928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8" name="Google Shape;748;g3ebabd45928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e8a7f91f9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4" name="Google Shape;764;g3e8a7f91f9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3ebabd4592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0" name="Google Shape;780;g3ebabd4592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3ebabd45928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8" name="Google Shape;788;g3ebabd4592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3e2d963da45_4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4" name="Google Shape;794;g3e2d963da45_4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3ebabd45928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0" name="Google Shape;800;g3ebabd45928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ctrTitle"/>
          </p:nvPr>
        </p:nvSpPr>
        <p:spPr>
          <a:xfrm>
            <a:off x="1115975" y="1999150"/>
            <a:ext cx="4384800" cy="169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1115975" y="3719650"/>
            <a:ext cx="43848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56" name="Google Shape;56;p14"/>
          <p:cNvGrpSpPr/>
          <p:nvPr/>
        </p:nvGrpSpPr>
        <p:grpSpPr>
          <a:xfrm>
            <a:off x="7612300" y="-540750"/>
            <a:ext cx="1111343" cy="1111343"/>
            <a:chOff x="8307725" y="278700"/>
            <a:chExt cx="1111343" cy="1111343"/>
          </a:xfrm>
        </p:grpSpPr>
        <p:sp>
          <p:nvSpPr>
            <p:cNvPr id="57" name="Google Shape;57;p14"/>
            <p:cNvSpPr/>
            <p:nvPr/>
          </p:nvSpPr>
          <p:spPr>
            <a:xfrm>
              <a:off x="8307725" y="278700"/>
              <a:ext cx="1111343" cy="1111343"/>
            </a:xfrm>
            <a:custGeom>
              <a:rect b="b" l="l" r="r" t="t"/>
              <a:pathLst>
                <a:path extrusionOk="0" fill="none" h="17396" w="17396">
                  <a:moveTo>
                    <a:pt x="8698" y="1"/>
                  </a:moveTo>
                  <a:cubicBezTo>
                    <a:pt x="13503" y="1"/>
                    <a:pt x="17395" y="3893"/>
                    <a:pt x="17395" y="8698"/>
                  </a:cubicBezTo>
                  <a:cubicBezTo>
                    <a:pt x="17395" y="13496"/>
                    <a:pt x="13503" y="17396"/>
                    <a:pt x="8698" y="17396"/>
                  </a:cubicBezTo>
                  <a:cubicBezTo>
                    <a:pt x="3900" y="17396"/>
                    <a:pt x="1" y="13496"/>
                    <a:pt x="1" y="8698"/>
                  </a:cubicBezTo>
                  <a:cubicBezTo>
                    <a:pt x="1" y="3893"/>
                    <a:pt x="3900" y="1"/>
                    <a:pt x="8698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14"/>
            <p:cNvSpPr/>
            <p:nvPr/>
          </p:nvSpPr>
          <p:spPr>
            <a:xfrm>
              <a:off x="8481362" y="452337"/>
              <a:ext cx="764065" cy="762212"/>
            </a:xfrm>
            <a:custGeom>
              <a:rect b="b" l="l" r="r" t="t"/>
              <a:pathLst>
                <a:path extrusionOk="0" fill="none" h="11931" w="11960">
                  <a:moveTo>
                    <a:pt x="5980" y="1"/>
                  </a:moveTo>
                  <a:cubicBezTo>
                    <a:pt x="9271" y="1"/>
                    <a:pt x="11960" y="2653"/>
                    <a:pt x="11960" y="5980"/>
                  </a:cubicBezTo>
                  <a:cubicBezTo>
                    <a:pt x="11960" y="9271"/>
                    <a:pt x="9271" y="11931"/>
                    <a:pt x="5980" y="11931"/>
                  </a:cubicBezTo>
                  <a:cubicBezTo>
                    <a:pt x="2690" y="11931"/>
                    <a:pt x="1" y="9271"/>
                    <a:pt x="1" y="5980"/>
                  </a:cubicBezTo>
                  <a:cubicBezTo>
                    <a:pt x="1" y="2653"/>
                    <a:pt x="2690" y="1"/>
                    <a:pt x="5980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" name="Google Shape;59;p14"/>
          <p:cNvGrpSpPr/>
          <p:nvPr/>
        </p:nvGrpSpPr>
        <p:grpSpPr>
          <a:xfrm>
            <a:off x="8208698" y="2109318"/>
            <a:ext cx="1160061" cy="247279"/>
            <a:chOff x="8208698" y="2109318"/>
            <a:chExt cx="1160061" cy="247279"/>
          </a:xfrm>
        </p:grpSpPr>
        <p:sp>
          <p:nvSpPr>
            <p:cNvPr id="60" name="Google Shape;60;p14"/>
            <p:cNvSpPr/>
            <p:nvPr/>
          </p:nvSpPr>
          <p:spPr>
            <a:xfrm rot="5400000">
              <a:off x="8424637" y="1893379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4"/>
            <p:cNvSpPr/>
            <p:nvPr/>
          </p:nvSpPr>
          <p:spPr>
            <a:xfrm rot="-5400000">
              <a:off x="8917458" y="1905296"/>
              <a:ext cx="75100" cy="827502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" name="Google Shape;62;p14"/>
          <p:cNvGrpSpPr/>
          <p:nvPr/>
        </p:nvGrpSpPr>
        <p:grpSpPr>
          <a:xfrm flipH="1" rot="5400000">
            <a:off x="6933401" y="2759016"/>
            <a:ext cx="2550619" cy="3872400"/>
            <a:chOff x="1857762" y="2762827"/>
            <a:chExt cx="2550619" cy="3872400"/>
          </a:xfrm>
        </p:grpSpPr>
        <p:cxnSp>
          <p:nvCxnSpPr>
            <p:cNvPr id="63" name="Google Shape;63;p14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4" name="Google Shape;64;p14"/>
            <p:cNvCxnSpPr/>
            <p:nvPr/>
          </p:nvCxnSpPr>
          <p:spPr>
            <a:xfrm rot="-5400000">
              <a:off x="3788541" y="4241677"/>
              <a:ext cx="464100" cy="4506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5" name="Google Shape;65;p14"/>
            <p:cNvSpPr/>
            <p:nvPr/>
          </p:nvSpPr>
          <p:spPr>
            <a:xfrm>
              <a:off x="4214956" y="4073905"/>
              <a:ext cx="193425" cy="191350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" name="Google Shape;66;p14"/>
          <p:cNvGrpSpPr/>
          <p:nvPr/>
        </p:nvGrpSpPr>
        <p:grpSpPr>
          <a:xfrm rot="-5400000">
            <a:off x="8388339" y="1273396"/>
            <a:ext cx="493321" cy="357312"/>
            <a:chOff x="1722354" y="229144"/>
            <a:chExt cx="1748743" cy="1266614"/>
          </a:xfrm>
        </p:grpSpPr>
        <p:sp>
          <p:nvSpPr>
            <p:cNvPr id="67" name="Google Shape;67;p14"/>
            <p:cNvSpPr/>
            <p:nvPr/>
          </p:nvSpPr>
          <p:spPr>
            <a:xfrm rot="10800000">
              <a:off x="2239107" y="792406"/>
              <a:ext cx="1231990" cy="703352"/>
            </a:xfrm>
            <a:custGeom>
              <a:rect b="b" l="l" r="r" t="t"/>
              <a:pathLst>
                <a:path extrusionOk="0" fill="none" h="2777" w="4864">
                  <a:moveTo>
                    <a:pt x="4863" y="2776"/>
                  </a:moveTo>
                  <a:lnTo>
                    <a:pt x="2051" y="0"/>
                  </a:lnTo>
                  <a:lnTo>
                    <a:pt x="0" y="0"/>
                  </a:lnTo>
                </a:path>
              </a:pathLst>
            </a:custGeom>
            <a:solidFill>
              <a:schemeClr val="lt2"/>
            </a:solidFill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14"/>
            <p:cNvSpPr/>
            <p:nvPr/>
          </p:nvSpPr>
          <p:spPr>
            <a:xfrm rot="10800000">
              <a:off x="1722354" y="229144"/>
              <a:ext cx="627506" cy="620727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720000" y="1056776"/>
            <a:ext cx="77040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grpSp>
        <p:nvGrpSpPr>
          <p:cNvPr id="72" name="Google Shape;72;p15"/>
          <p:cNvGrpSpPr/>
          <p:nvPr/>
        </p:nvGrpSpPr>
        <p:grpSpPr>
          <a:xfrm>
            <a:off x="188277" y="1651177"/>
            <a:ext cx="8669316" cy="2098194"/>
            <a:chOff x="188277" y="1651177"/>
            <a:chExt cx="8669316" cy="2098194"/>
          </a:xfrm>
        </p:grpSpPr>
        <p:sp>
          <p:nvSpPr>
            <p:cNvPr id="73" name="Google Shape;73;p15"/>
            <p:cNvSpPr/>
            <p:nvPr/>
          </p:nvSpPr>
          <p:spPr>
            <a:xfrm rot="10800000">
              <a:off x="8650702" y="1651177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5"/>
            <p:cNvSpPr/>
            <p:nvPr/>
          </p:nvSpPr>
          <p:spPr>
            <a:xfrm rot="10800000">
              <a:off x="8814477" y="1942327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5" name="Google Shape;75;p15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76" name="Google Shape;76;p15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" name="Google Shape;77;p15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8" name="Google Shape;78;p15"/>
          <p:cNvGrpSpPr/>
          <p:nvPr/>
        </p:nvGrpSpPr>
        <p:grpSpPr>
          <a:xfrm>
            <a:off x="-1181862" y="-331600"/>
            <a:ext cx="11020271" cy="5673388"/>
            <a:chOff x="-1181862" y="-331600"/>
            <a:chExt cx="11020271" cy="5673388"/>
          </a:xfrm>
        </p:grpSpPr>
        <p:grpSp>
          <p:nvGrpSpPr>
            <p:cNvPr id="79" name="Google Shape;79;p15"/>
            <p:cNvGrpSpPr/>
            <p:nvPr/>
          </p:nvGrpSpPr>
          <p:grpSpPr>
            <a:xfrm>
              <a:off x="8873150" y="1130915"/>
              <a:ext cx="965258" cy="273510"/>
              <a:chOff x="-6675" y="2881558"/>
              <a:chExt cx="9140700" cy="2059567"/>
            </a:xfrm>
          </p:grpSpPr>
          <p:cxnSp>
            <p:nvCxnSpPr>
              <p:cNvPr id="80" name="Google Shape;80;p15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1" name="Google Shape;81;p15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2" name="Google Shape;82;p15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3" name="Google Shape;83;p15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4" name="Google Shape;84;p15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85" name="Google Shape;85;p15"/>
            <p:cNvSpPr/>
            <p:nvPr/>
          </p:nvSpPr>
          <p:spPr>
            <a:xfrm>
              <a:off x="8095400" y="-331600"/>
              <a:ext cx="1470082" cy="2332467"/>
            </a:xfrm>
            <a:custGeom>
              <a:rect b="b" l="l" r="r" t="t"/>
              <a:pathLst>
                <a:path extrusionOk="0" h="132226" w="83338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86" name="Google Shape;86;p15"/>
            <p:cNvGrpSpPr/>
            <p:nvPr/>
          </p:nvGrpSpPr>
          <p:grpSpPr>
            <a:xfrm flipH="1" rot="10800000">
              <a:off x="8650689" y="182196"/>
              <a:ext cx="493321" cy="357312"/>
              <a:chOff x="1722354" y="229144"/>
              <a:chExt cx="1748743" cy="1266614"/>
            </a:xfrm>
          </p:grpSpPr>
          <p:sp>
            <p:nvSpPr>
              <p:cNvPr id="87" name="Google Shape;87;p15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15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9" name="Google Shape;89;p15"/>
            <p:cNvSpPr/>
            <p:nvPr/>
          </p:nvSpPr>
          <p:spPr>
            <a:xfrm rot="5400000">
              <a:off x="-191675" y="3481200"/>
              <a:ext cx="870400" cy="2850775"/>
            </a:xfrm>
            <a:custGeom>
              <a:rect b="b" l="l" r="r" t="t"/>
              <a:pathLst>
                <a:path extrusionOk="0" h="114031" w="34816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90" name="Google Shape;90;p15"/>
            <p:cNvGrpSpPr/>
            <p:nvPr/>
          </p:nvGrpSpPr>
          <p:grpSpPr>
            <a:xfrm flipH="1" rot="-5400000">
              <a:off x="159064" y="4046096"/>
              <a:ext cx="493321" cy="357312"/>
              <a:chOff x="1722354" y="229144"/>
              <a:chExt cx="1748743" cy="1266614"/>
            </a:xfrm>
          </p:grpSpPr>
          <p:sp>
            <p:nvSpPr>
              <p:cNvPr id="91" name="Google Shape;91;p15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p15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3" name="Google Shape;93;p15"/>
            <p:cNvGrpSpPr/>
            <p:nvPr/>
          </p:nvGrpSpPr>
          <p:grpSpPr>
            <a:xfrm>
              <a:off x="-776975" y="4800515"/>
              <a:ext cx="965258" cy="273510"/>
              <a:chOff x="-6675" y="2881558"/>
              <a:chExt cx="9140700" cy="2059567"/>
            </a:xfrm>
          </p:grpSpPr>
          <p:cxnSp>
            <p:nvCxnSpPr>
              <p:cNvPr id="94" name="Google Shape;94;p15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" name="Google Shape;95;p15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6" name="Google Shape;96;p15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7" name="Google Shape;97;p15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8" name="Google Shape;98;p15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99" name="Google Shape;99;p15"/>
          <p:cNvGrpSpPr/>
          <p:nvPr/>
        </p:nvGrpSpPr>
        <p:grpSpPr>
          <a:xfrm>
            <a:off x="-142612" y="-168664"/>
            <a:ext cx="7919030" cy="2888968"/>
            <a:chOff x="-142612" y="-168664"/>
            <a:chExt cx="7919030" cy="2888968"/>
          </a:xfrm>
        </p:grpSpPr>
        <p:sp>
          <p:nvSpPr>
            <p:cNvPr id="100" name="Google Shape;100;p15"/>
            <p:cNvSpPr/>
            <p:nvPr/>
          </p:nvSpPr>
          <p:spPr>
            <a:xfrm rot="10800000">
              <a:off x="7736362" y="-168664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5"/>
            <p:cNvSpPr/>
            <p:nvPr/>
          </p:nvSpPr>
          <p:spPr>
            <a:xfrm rot="5400000">
              <a:off x="57800" y="24798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2" name="Google Shape;102;p1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5" name="Google Shape;105;p16"/>
          <p:cNvSpPr txBox="1"/>
          <p:nvPr>
            <p:ph idx="2" type="title"/>
          </p:nvPr>
        </p:nvSpPr>
        <p:spPr>
          <a:xfrm>
            <a:off x="3177356" y="1199529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106" name="Google Shape;106;p16"/>
          <p:cNvSpPr txBox="1"/>
          <p:nvPr>
            <p:ph idx="3" type="title"/>
          </p:nvPr>
        </p:nvSpPr>
        <p:spPr>
          <a:xfrm>
            <a:off x="3177356" y="2902621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107" name="Google Shape;107;p16"/>
          <p:cNvSpPr txBox="1"/>
          <p:nvPr>
            <p:ph idx="4" type="title"/>
          </p:nvPr>
        </p:nvSpPr>
        <p:spPr>
          <a:xfrm>
            <a:off x="3177356" y="1767226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108" name="Google Shape;108;p16"/>
          <p:cNvSpPr txBox="1"/>
          <p:nvPr>
            <p:ph idx="5" type="title"/>
          </p:nvPr>
        </p:nvSpPr>
        <p:spPr>
          <a:xfrm>
            <a:off x="3177356" y="3470319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109" name="Google Shape;109;p16"/>
          <p:cNvSpPr txBox="1"/>
          <p:nvPr>
            <p:ph idx="6" type="title"/>
          </p:nvPr>
        </p:nvSpPr>
        <p:spPr>
          <a:xfrm>
            <a:off x="3177356" y="2334924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110" name="Google Shape;110;p16"/>
          <p:cNvSpPr txBox="1"/>
          <p:nvPr>
            <p:ph idx="7" type="title"/>
          </p:nvPr>
        </p:nvSpPr>
        <p:spPr>
          <a:xfrm>
            <a:off x="3177356" y="4038016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111" name="Google Shape;111;p16"/>
          <p:cNvSpPr txBox="1"/>
          <p:nvPr>
            <p:ph idx="1" type="subTitle"/>
          </p:nvPr>
        </p:nvSpPr>
        <p:spPr>
          <a:xfrm>
            <a:off x="4010944" y="1201329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112" name="Google Shape;112;p16"/>
          <p:cNvSpPr txBox="1"/>
          <p:nvPr>
            <p:ph idx="8" type="subTitle"/>
          </p:nvPr>
        </p:nvSpPr>
        <p:spPr>
          <a:xfrm>
            <a:off x="4010944" y="1769028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113" name="Google Shape;113;p16"/>
          <p:cNvSpPr txBox="1"/>
          <p:nvPr>
            <p:ph idx="9" type="subTitle"/>
          </p:nvPr>
        </p:nvSpPr>
        <p:spPr>
          <a:xfrm>
            <a:off x="4010944" y="2336727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114" name="Google Shape;114;p16"/>
          <p:cNvSpPr txBox="1"/>
          <p:nvPr>
            <p:ph idx="13" type="subTitle"/>
          </p:nvPr>
        </p:nvSpPr>
        <p:spPr>
          <a:xfrm>
            <a:off x="4010941" y="2904427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115" name="Google Shape;115;p16"/>
          <p:cNvSpPr txBox="1"/>
          <p:nvPr>
            <p:ph idx="14" type="subTitle"/>
          </p:nvPr>
        </p:nvSpPr>
        <p:spPr>
          <a:xfrm>
            <a:off x="4010941" y="3472126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116" name="Google Shape;116;p16"/>
          <p:cNvSpPr txBox="1"/>
          <p:nvPr>
            <p:ph idx="15" type="subTitle"/>
          </p:nvPr>
        </p:nvSpPr>
        <p:spPr>
          <a:xfrm>
            <a:off x="4010941" y="4039825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grpSp>
        <p:nvGrpSpPr>
          <p:cNvPr id="117" name="Google Shape;117;p16"/>
          <p:cNvGrpSpPr/>
          <p:nvPr/>
        </p:nvGrpSpPr>
        <p:grpSpPr>
          <a:xfrm>
            <a:off x="377427" y="204425"/>
            <a:ext cx="8916118" cy="4541546"/>
            <a:chOff x="377427" y="204425"/>
            <a:chExt cx="8916118" cy="4541546"/>
          </a:xfrm>
        </p:grpSpPr>
        <p:grpSp>
          <p:nvGrpSpPr>
            <p:cNvPr id="118" name="Google Shape;118;p16"/>
            <p:cNvGrpSpPr/>
            <p:nvPr/>
          </p:nvGrpSpPr>
          <p:grpSpPr>
            <a:xfrm>
              <a:off x="377427" y="3968227"/>
              <a:ext cx="200266" cy="777744"/>
              <a:chOff x="8153327" y="353177"/>
              <a:chExt cx="200266" cy="777744"/>
            </a:xfrm>
          </p:grpSpPr>
          <p:sp>
            <p:nvSpPr>
              <p:cNvPr id="119" name="Google Shape;119;p16"/>
              <p:cNvSpPr/>
              <p:nvPr/>
            </p:nvSpPr>
            <p:spPr>
              <a:xfrm rot="10800000">
                <a:off x="8153327" y="655927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16"/>
              <p:cNvSpPr/>
              <p:nvPr/>
            </p:nvSpPr>
            <p:spPr>
              <a:xfrm rot="10800000">
                <a:off x="8310477" y="353177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1" name="Google Shape;121;p16"/>
            <p:cNvGrpSpPr/>
            <p:nvPr/>
          </p:nvGrpSpPr>
          <p:grpSpPr>
            <a:xfrm rot="-5400000">
              <a:off x="8807027" y="2115202"/>
              <a:ext cx="206891" cy="766144"/>
              <a:chOff x="8650702" y="1651177"/>
              <a:chExt cx="206891" cy="766144"/>
            </a:xfrm>
          </p:grpSpPr>
          <p:sp>
            <p:nvSpPr>
              <p:cNvPr id="122" name="Google Shape;122;p16"/>
              <p:cNvSpPr/>
              <p:nvPr/>
            </p:nvSpPr>
            <p:spPr>
              <a:xfrm rot="10800000">
                <a:off x="8650702" y="1651177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123;p16"/>
              <p:cNvSpPr/>
              <p:nvPr/>
            </p:nvSpPr>
            <p:spPr>
              <a:xfrm rot="10800000">
                <a:off x="8814477" y="1942327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4" name="Google Shape;124;p16"/>
            <p:cNvGrpSpPr/>
            <p:nvPr/>
          </p:nvGrpSpPr>
          <p:grpSpPr>
            <a:xfrm>
              <a:off x="7437187" y="204425"/>
              <a:ext cx="862215" cy="240599"/>
              <a:chOff x="6903462" y="1158900"/>
              <a:chExt cx="862215" cy="240599"/>
            </a:xfrm>
          </p:grpSpPr>
          <p:sp>
            <p:nvSpPr>
              <p:cNvPr id="125" name="Google Shape;125;p16"/>
              <p:cNvSpPr/>
              <p:nvPr/>
            </p:nvSpPr>
            <p:spPr>
              <a:xfrm flipH="1">
                <a:off x="6903462" y="1158900"/>
                <a:ext cx="240599" cy="240599"/>
              </a:xfrm>
              <a:custGeom>
                <a:rect b="b" l="l" r="r" t="t"/>
                <a:pathLst>
                  <a:path extrusionOk="0" fill="none" h="1784" w="1784">
                    <a:moveTo>
                      <a:pt x="1783" y="906"/>
                    </a:moveTo>
                    <a:cubicBezTo>
                      <a:pt x="1783" y="1392"/>
                      <a:pt x="1392" y="1783"/>
                      <a:pt x="877" y="1783"/>
                    </a:cubicBezTo>
                    <a:cubicBezTo>
                      <a:pt x="392" y="1783"/>
                      <a:pt x="0" y="1392"/>
                      <a:pt x="0" y="906"/>
                    </a:cubicBezTo>
                    <a:cubicBezTo>
                      <a:pt x="0" y="428"/>
                      <a:pt x="392" y="0"/>
                      <a:pt x="877" y="0"/>
                    </a:cubicBezTo>
                    <a:cubicBezTo>
                      <a:pt x="1392" y="0"/>
                      <a:pt x="1783" y="428"/>
                      <a:pt x="1783" y="906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16"/>
              <p:cNvSpPr/>
              <p:nvPr/>
            </p:nvSpPr>
            <p:spPr>
              <a:xfrm flipH="1" rot="5400000">
                <a:off x="7506622" y="1041704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27" name="Google Shape;127;p16"/>
          <p:cNvGrpSpPr/>
          <p:nvPr/>
        </p:nvGrpSpPr>
        <p:grpSpPr>
          <a:xfrm>
            <a:off x="-556748" y="-57000"/>
            <a:ext cx="10429655" cy="3378450"/>
            <a:chOff x="-556748" y="-57000"/>
            <a:chExt cx="10429655" cy="3378450"/>
          </a:xfrm>
        </p:grpSpPr>
        <p:grpSp>
          <p:nvGrpSpPr>
            <p:cNvPr id="128" name="Google Shape;128;p16"/>
            <p:cNvGrpSpPr/>
            <p:nvPr/>
          </p:nvGrpSpPr>
          <p:grpSpPr>
            <a:xfrm flipH="1">
              <a:off x="8221607" y="1714746"/>
              <a:ext cx="493321" cy="357312"/>
              <a:chOff x="1722354" y="229144"/>
              <a:chExt cx="1748743" cy="1266614"/>
            </a:xfrm>
          </p:grpSpPr>
          <p:sp>
            <p:nvSpPr>
              <p:cNvPr id="129" name="Google Shape;129;p16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" name="Google Shape;130;p16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1" name="Google Shape;131;p16"/>
            <p:cNvSpPr/>
            <p:nvPr/>
          </p:nvSpPr>
          <p:spPr>
            <a:xfrm>
              <a:off x="8221600" y="-57000"/>
              <a:ext cx="1027600" cy="3378450"/>
            </a:xfrm>
            <a:custGeom>
              <a:rect b="b" l="l" r="r" t="t"/>
              <a:pathLst>
                <a:path extrusionOk="0" h="135138" w="41104">
                  <a:moveTo>
                    <a:pt x="41104" y="135138"/>
                  </a:moveTo>
                  <a:lnTo>
                    <a:pt x="0" y="111407"/>
                  </a:lnTo>
                  <a:lnTo>
                    <a:pt x="0" y="57500"/>
                  </a:lnTo>
                  <a:lnTo>
                    <a:pt x="12424" y="45076"/>
                  </a:lnTo>
                  <a:lnTo>
                    <a:pt x="12424" y="0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132" name="Google Shape;132;p16"/>
            <p:cNvGrpSpPr/>
            <p:nvPr/>
          </p:nvGrpSpPr>
          <p:grpSpPr>
            <a:xfrm>
              <a:off x="8527396" y="539490"/>
              <a:ext cx="1345511" cy="273510"/>
              <a:chOff x="-6675" y="2881558"/>
              <a:chExt cx="9140700" cy="2059567"/>
            </a:xfrm>
          </p:grpSpPr>
          <p:cxnSp>
            <p:nvCxnSpPr>
              <p:cNvPr id="133" name="Google Shape;133;p1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4" name="Google Shape;134;p1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5" name="Google Shape;135;p1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6" name="Google Shape;136;p1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7" name="Google Shape;137;p1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38" name="Google Shape;138;p16"/>
            <p:cNvGrpSpPr/>
            <p:nvPr/>
          </p:nvGrpSpPr>
          <p:grpSpPr>
            <a:xfrm rot="10800000">
              <a:off x="-556748" y="2551975"/>
              <a:ext cx="1029243" cy="273510"/>
              <a:chOff x="-6675" y="2881558"/>
              <a:chExt cx="9140700" cy="2059567"/>
            </a:xfrm>
          </p:grpSpPr>
          <p:cxnSp>
            <p:nvCxnSpPr>
              <p:cNvPr id="139" name="Google Shape;139;p1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0" name="Google Shape;140;p1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1" name="Google Shape;141;p1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2" name="Google Shape;142;p1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3" name="Google Shape;143;p1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144" name="Google Shape;144;p16"/>
          <p:cNvGrpSpPr/>
          <p:nvPr/>
        </p:nvGrpSpPr>
        <p:grpSpPr>
          <a:xfrm>
            <a:off x="-160350" y="1017736"/>
            <a:ext cx="9034618" cy="1344543"/>
            <a:chOff x="-160350" y="1017736"/>
            <a:chExt cx="9034618" cy="1344543"/>
          </a:xfrm>
        </p:grpSpPr>
        <p:sp>
          <p:nvSpPr>
            <p:cNvPr id="145" name="Google Shape;145;p16"/>
            <p:cNvSpPr/>
            <p:nvPr/>
          </p:nvSpPr>
          <p:spPr>
            <a:xfrm rot="10800000">
              <a:off x="8834212" y="10177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16"/>
            <p:cNvSpPr/>
            <p:nvPr/>
          </p:nvSpPr>
          <p:spPr>
            <a:xfrm rot="5400000">
              <a:off x="40062" y="212181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7" name="Google Shape;147;p1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7"/>
          <p:cNvSpPr txBox="1"/>
          <p:nvPr>
            <p:ph type="title"/>
          </p:nvPr>
        </p:nvSpPr>
        <p:spPr>
          <a:xfrm>
            <a:off x="1782650" y="711700"/>
            <a:ext cx="2893200" cy="90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0" name="Google Shape;150;p17"/>
          <p:cNvSpPr txBox="1"/>
          <p:nvPr>
            <p:ph idx="1" type="subTitle"/>
          </p:nvPr>
        </p:nvSpPr>
        <p:spPr>
          <a:xfrm>
            <a:off x="1782650" y="1616297"/>
            <a:ext cx="2893200" cy="28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151" name="Google Shape;151;p17"/>
          <p:cNvSpPr/>
          <p:nvPr>
            <p:ph idx="2" type="pic"/>
          </p:nvPr>
        </p:nvSpPr>
        <p:spPr>
          <a:xfrm>
            <a:off x="4752038" y="824113"/>
            <a:ext cx="2787000" cy="35583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52" name="Google Shape;152;p17"/>
          <p:cNvGrpSpPr/>
          <p:nvPr/>
        </p:nvGrpSpPr>
        <p:grpSpPr>
          <a:xfrm>
            <a:off x="260189" y="195827"/>
            <a:ext cx="7049955" cy="4729917"/>
            <a:chOff x="260189" y="195827"/>
            <a:chExt cx="7049955" cy="4729917"/>
          </a:xfrm>
        </p:grpSpPr>
        <p:grpSp>
          <p:nvGrpSpPr>
            <p:cNvPr id="153" name="Google Shape;153;p17"/>
            <p:cNvGrpSpPr/>
            <p:nvPr/>
          </p:nvGrpSpPr>
          <p:grpSpPr>
            <a:xfrm rot="-5400000">
              <a:off x="6786639" y="4402239"/>
              <a:ext cx="177741" cy="869269"/>
              <a:chOff x="8535452" y="1548052"/>
              <a:chExt cx="177741" cy="869269"/>
            </a:xfrm>
          </p:grpSpPr>
          <p:sp>
            <p:nvSpPr>
              <p:cNvPr id="154" name="Google Shape;154;p17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17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6" name="Google Shape;156;p17"/>
            <p:cNvGrpSpPr/>
            <p:nvPr/>
          </p:nvGrpSpPr>
          <p:grpSpPr>
            <a:xfrm rot="10800000">
              <a:off x="260189" y="195827"/>
              <a:ext cx="177741" cy="687344"/>
              <a:chOff x="8535452" y="1335702"/>
              <a:chExt cx="177741" cy="687344"/>
            </a:xfrm>
          </p:grpSpPr>
          <p:sp>
            <p:nvSpPr>
              <p:cNvPr id="157" name="Google Shape;157;p17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17"/>
              <p:cNvSpPr/>
              <p:nvPr/>
            </p:nvSpPr>
            <p:spPr>
              <a:xfrm rot="10800000">
                <a:off x="8535452" y="13357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59" name="Google Shape;159;p17"/>
          <p:cNvGrpSpPr/>
          <p:nvPr/>
        </p:nvGrpSpPr>
        <p:grpSpPr>
          <a:xfrm>
            <a:off x="-867949" y="-315450"/>
            <a:ext cx="10098949" cy="5241212"/>
            <a:chOff x="-867949" y="-315450"/>
            <a:chExt cx="10098949" cy="5241212"/>
          </a:xfrm>
        </p:grpSpPr>
        <p:sp>
          <p:nvSpPr>
            <p:cNvPr id="160" name="Google Shape;160;p17"/>
            <p:cNvSpPr/>
            <p:nvPr/>
          </p:nvSpPr>
          <p:spPr>
            <a:xfrm>
              <a:off x="6756300" y="4613375"/>
              <a:ext cx="2474700" cy="312375"/>
            </a:xfrm>
            <a:custGeom>
              <a:rect b="b" l="l" r="r" t="t"/>
              <a:pathLst>
                <a:path extrusionOk="0" h="12495" w="98988">
                  <a:moveTo>
                    <a:pt x="0" y="0"/>
                  </a:moveTo>
                  <a:lnTo>
                    <a:pt x="37363" y="0"/>
                  </a:lnTo>
                  <a:lnTo>
                    <a:pt x="49858" y="12495"/>
                  </a:lnTo>
                  <a:lnTo>
                    <a:pt x="98988" y="12495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161" name="Google Shape;161;p17"/>
            <p:cNvGrpSpPr/>
            <p:nvPr/>
          </p:nvGrpSpPr>
          <p:grpSpPr>
            <a:xfrm flipH="1" rot="-5400000">
              <a:off x="8430782" y="4500446"/>
              <a:ext cx="493321" cy="357312"/>
              <a:chOff x="1722354" y="229144"/>
              <a:chExt cx="1748743" cy="1266614"/>
            </a:xfrm>
          </p:grpSpPr>
          <p:sp>
            <p:nvSpPr>
              <p:cNvPr id="162" name="Google Shape;162;p1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1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4" name="Google Shape;164;p17"/>
            <p:cNvSpPr/>
            <p:nvPr/>
          </p:nvSpPr>
          <p:spPr>
            <a:xfrm>
              <a:off x="-174975" y="-315450"/>
              <a:ext cx="1914059" cy="4400511"/>
            </a:xfrm>
            <a:custGeom>
              <a:rect b="b" l="l" r="r" t="t"/>
              <a:pathLst>
                <a:path extrusionOk="0" h="126889" w="55192">
                  <a:moveTo>
                    <a:pt x="0" y="126889"/>
                  </a:moveTo>
                  <a:lnTo>
                    <a:pt x="24140" y="102749"/>
                  </a:lnTo>
                  <a:lnTo>
                    <a:pt x="24140" y="42943"/>
                  </a:lnTo>
                  <a:lnTo>
                    <a:pt x="55192" y="25015"/>
                  </a:lnTo>
                  <a:lnTo>
                    <a:pt x="55192" y="0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165" name="Google Shape;165;p17"/>
            <p:cNvGrpSpPr/>
            <p:nvPr/>
          </p:nvGrpSpPr>
          <p:grpSpPr>
            <a:xfrm rot="10800000">
              <a:off x="662657" y="2962921"/>
              <a:ext cx="493321" cy="357312"/>
              <a:chOff x="1722354" y="229144"/>
              <a:chExt cx="1748743" cy="1266614"/>
            </a:xfrm>
          </p:grpSpPr>
          <p:sp>
            <p:nvSpPr>
              <p:cNvPr id="166" name="Google Shape;166;p1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1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8" name="Google Shape;168;p17"/>
            <p:cNvGrpSpPr/>
            <p:nvPr/>
          </p:nvGrpSpPr>
          <p:grpSpPr>
            <a:xfrm>
              <a:off x="-867949" y="1748040"/>
              <a:ext cx="1530153" cy="273510"/>
              <a:chOff x="-6675" y="2881558"/>
              <a:chExt cx="9140700" cy="2059567"/>
            </a:xfrm>
          </p:grpSpPr>
          <p:cxnSp>
            <p:nvCxnSpPr>
              <p:cNvPr id="169" name="Google Shape;169;p1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0" name="Google Shape;170;p1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1" name="Google Shape;171;p1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2" name="Google Shape;172;p1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3" name="Google Shape;173;p1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174" name="Google Shape;174;p17"/>
          <p:cNvGrpSpPr/>
          <p:nvPr/>
        </p:nvGrpSpPr>
        <p:grpSpPr>
          <a:xfrm>
            <a:off x="609462" y="-114064"/>
            <a:ext cx="8313331" cy="4565380"/>
            <a:chOff x="609462" y="-114064"/>
            <a:chExt cx="8313331" cy="4565380"/>
          </a:xfrm>
        </p:grpSpPr>
        <p:sp>
          <p:nvSpPr>
            <p:cNvPr id="175" name="Google Shape;175;p17"/>
            <p:cNvSpPr/>
            <p:nvPr/>
          </p:nvSpPr>
          <p:spPr>
            <a:xfrm rot="10800000">
              <a:off x="8882737" y="40104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17"/>
            <p:cNvSpPr/>
            <p:nvPr/>
          </p:nvSpPr>
          <p:spPr>
            <a:xfrm rot="10800000">
              <a:off x="609462" y="-114064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/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9" name="Google Shape;179;p18"/>
          <p:cNvSpPr txBox="1"/>
          <p:nvPr>
            <p:ph idx="2" type="title"/>
          </p:nvPr>
        </p:nvSpPr>
        <p:spPr>
          <a:xfrm>
            <a:off x="4790350" y="2279800"/>
            <a:ext cx="1343100" cy="9894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9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180" name="Google Shape;180;p18"/>
          <p:cNvGrpSpPr/>
          <p:nvPr/>
        </p:nvGrpSpPr>
        <p:grpSpPr>
          <a:xfrm rot="-5400000">
            <a:off x="3860412" y="-1906049"/>
            <a:ext cx="3859204" cy="615399"/>
            <a:chOff x="-6675" y="307100"/>
            <a:chExt cx="9140700" cy="4634025"/>
          </a:xfrm>
        </p:grpSpPr>
        <p:cxnSp>
          <p:nvCxnSpPr>
            <p:cNvPr id="181" name="Google Shape;181;p18"/>
            <p:cNvCxnSpPr/>
            <p:nvPr/>
          </p:nvCxnSpPr>
          <p:spPr>
            <a:xfrm>
              <a:off x="-6675" y="307100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2" name="Google Shape;182;p18"/>
            <p:cNvCxnSpPr/>
            <p:nvPr/>
          </p:nvCxnSpPr>
          <p:spPr>
            <a:xfrm>
              <a:off x="-6675" y="1336883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3" name="Google Shape;183;p18"/>
            <p:cNvCxnSpPr/>
            <p:nvPr/>
          </p:nvCxnSpPr>
          <p:spPr>
            <a:xfrm>
              <a:off x="-6675" y="821992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4" name="Google Shape;184;p18"/>
            <p:cNvCxnSpPr/>
            <p:nvPr/>
          </p:nvCxnSpPr>
          <p:spPr>
            <a:xfrm>
              <a:off x="-6675" y="1851775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5" name="Google Shape;185;p18"/>
            <p:cNvCxnSpPr/>
            <p:nvPr/>
          </p:nvCxnSpPr>
          <p:spPr>
            <a:xfrm>
              <a:off x="-6675" y="2366667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6" name="Google Shape;186;p18"/>
            <p:cNvCxnSpPr/>
            <p:nvPr/>
          </p:nvCxnSpPr>
          <p:spPr>
            <a:xfrm>
              <a:off x="-6675" y="2881558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7" name="Google Shape;187;p18"/>
            <p:cNvCxnSpPr/>
            <p:nvPr/>
          </p:nvCxnSpPr>
          <p:spPr>
            <a:xfrm>
              <a:off x="-6675" y="3396450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8" name="Google Shape;188;p18"/>
            <p:cNvCxnSpPr/>
            <p:nvPr/>
          </p:nvCxnSpPr>
          <p:spPr>
            <a:xfrm>
              <a:off x="-6675" y="3911342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9" name="Google Shape;189;p18"/>
            <p:cNvCxnSpPr/>
            <p:nvPr/>
          </p:nvCxnSpPr>
          <p:spPr>
            <a:xfrm>
              <a:off x="-6675" y="4426233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0" name="Google Shape;190;p18"/>
            <p:cNvCxnSpPr/>
            <p:nvPr/>
          </p:nvCxnSpPr>
          <p:spPr>
            <a:xfrm>
              <a:off x="-6675" y="4941125"/>
              <a:ext cx="9140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91" name="Google Shape;191;p18"/>
          <p:cNvGrpSpPr/>
          <p:nvPr/>
        </p:nvGrpSpPr>
        <p:grpSpPr>
          <a:xfrm>
            <a:off x="-415272" y="538801"/>
            <a:ext cx="7636890" cy="5144942"/>
            <a:chOff x="-415272" y="538801"/>
            <a:chExt cx="7636890" cy="5144942"/>
          </a:xfrm>
        </p:grpSpPr>
        <p:grpSp>
          <p:nvGrpSpPr>
            <p:cNvPr id="192" name="Google Shape;192;p18"/>
            <p:cNvGrpSpPr/>
            <p:nvPr/>
          </p:nvGrpSpPr>
          <p:grpSpPr>
            <a:xfrm>
              <a:off x="6110275" y="4572400"/>
              <a:ext cx="1111343" cy="1111343"/>
              <a:chOff x="8307725" y="278700"/>
              <a:chExt cx="1111343" cy="1111343"/>
            </a:xfrm>
          </p:grpSpPr>
          <p:sp>
            <p:nvSpPr>
              <p:cNvPr id="193" name="Google Shape;193;p18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b="b" l="l" r="r" t="t"/>
                <a:pathLst>
                  <a:path extrusionOk="0" fill="none" h="17396" w="17396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18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b="b" l="l" r="r" t="t"/>
                <a:pathLst>
                  <a:path extrusionOk="0" fill="none" h="11931" w="1196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5" name="Google Shape;195;p18"/>
            <p:cNvGrpSpPr/>
            <p:nvPr/>
          </p:nvGrpSpPr>
          <p:grpSpPr>
            <a:xfrm>
              <a:off x="-415272" y="538801"/>
              <a:ext cx="2027056" cy="586283"/>
              <a:chOff x="-415272" y="538801"/>
              <a:chExt cx="2027056" cy="586283"/>
            </a:xfrm>
          </p:grpSpPr>
          <p:sp>
            <p:nvSpPr>
              <p:cNvPr id="196" name="Google Shape;196;p18"/>
              <p:cNvSpPr/>
              <p:nvPr/>
            </p:nvSpPr>
            <p:spPr>
              <a:xfrm rot="-5400000">
                <a:off x="1352729" y="32286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18"/>
              <p:cNvSpPr/>
              <p:nvPr/>
            </p:nvSpPr>
            <p:spPr>
              <a:xfrm rot="-5400000">
                <a:off x="-39071" y="673783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200" name="Google Shape;200;p19"/>
          <p:cNvSpPr txBox="1"/>
          <p:nvPr>
            <p:ph idx="1" type="subTitle"/>
          </p:nvPr>
        </p:nvSpPr>
        <p:spPr>
          <a:xfrm>
            <a:off x="4861824" y="2438075"/>
            <a:ext cx="2610900" cy="14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1" name="Google Shape;201;p19"/>
          <p:cNvSpPr txBox="1"/>
          <p:nvPr>
            <p:ph idx="2" type="subTitle"/>
          </p:nvPr>
        </p:nvSpPr>
        <p:spPr>
          <a:xfrm>
            <a:off x="1671269" y="2438075"/>
            <a:ext cx="2610900" cy="14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2" name="Google Shape;202;p19"/>
          <p:cNvSpPr txBox="1"/>
          <p:nvPr>
            <p:ph idx="3" type="subTitle"/>
          </p:nvPr>
        </p:nvSpPr>
        <p:spPr>
          <a:xfrm>
            <a:off x="1671269" y="2041650"/>
            <a:ext cx="26109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203" name="Google Shape;203;p19"/>
          <p:cNvSpPr txBox="1"/>
          <p:nvPr>
            <p:ph idx="4" type="subTitle"/>
          </p:nvPr>
        </p:nvSpPr>
        <p:spPr>
          <a:xfrm>
            <a:off x="4861831" y="2041650"/>
            <a:ext cx="26109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grpSp>
        <p:nvGrpSpPr>
          <p:cNvPr id="204" name="Google Shape;204;p19"/>
          <p:cNvGrpSpPr/>
          <p:nvPr/>
        </p:nvGrpSpPr>
        <p:grpSpPr>
          <a:xfrm>
            <a:off x="188277" y="2438079"/>
            <a:ext cx="8669349" cy="1311292"/>
            <a:chOff x="188277" y="2438079"/>
            <a:chExt cx="8669349" cy="1311292"/>
          </a:xfrm>
        </p:grpSpPr>
        <p:sp>
          <p:nvSpPr>
            <p:cNvPr id="205" name="Google Shape;205;p19"/>
            <p:cNvSpPr/>
            <p:nvPr/>
          </p:nvSpPr>
          <p:spPr>
            <a:xfrm rot="10800000">
              <a:off x="8615635" y="2983229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19"/>
            <p:cNvSpPr/>
            <p:nvPr/>
          </p:nvSpPr>
          <p:spPr>
            <a:xfrm rot="10800000">
              <a:off x="8814510" y="2438079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7" name="Google Shape;207;p19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208" name="Google Shape;208;p19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p19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10" name="Google Shape;210;p19"/>
          <p:cNvGrpSpPr/>
          <p:nvPr/>
        </p:nvGrpSpPr>
        <p:grpSpPr>
          <a:xfrm>
            <a:off x="-2835749" y="5"/>
            <a:ext cx="12294865" cy="7634520"/>
            <a:chOff x="-2835749" y="5"/>
            <a:chExt cx="12294865" cy="7634520"/>
          </a:xfrm>
        </p:grpSpPr>
        <p:sp>
          <p:nvSpPr>
            <p:cNvPr id="211" name="Google Shape;211;p19"/>
            <p:cNvSpPr/>
            <p:nvPr/>
          </p:nvSpPr>
          <p:spPr>
            <a:xfrm flipH="1">
              <a:off x="-2835749" y="5"/>
              <a:ext cx="3174344" cy="5036488"/>
            </a:xfrm>
            <a:custGeom>
              <a:rect b="b" l="l" r="r" t="t"/>
              <a:pathLst>
                <a:path extrusionOk="0" h="132226" w="83338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212" name="Google Shape;212;p19"/>
            <p:cNvGrpSpPr/>
            <p:nvPr/>
          </p:nvGrpSpPr>
          <p:grpSpPr>
            <a:xfrm rot="10800000">
              <a:off x="29436" y="1468071"/>
              <a:ext cx="493321" cy="357312"/>
              <a:chOff x="2199401" y="229144"/>
              <a:chExt cx="1748743" cy="1266614"/>
            </a:xfrm>
          </p:grpSpPr>
          <p:sp>
            <p:nvSpPr>
              <p:cNvPr id="213" name="Google Shape;213;p19"/>
              <p:cNvSpPr/>
              <p:nvPr/>
            </p:nvSpPr>
            <p:spPr>
              <a:xfrm rot="10800000">
                <a:off x="2716154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19"/>
              <p:cNvSpPr/>
              <p:nvPr/>
            </p:nvSpPr>
            <p:spPr>
              <a:xfrm rot="10800000">
                <a:off x="2199401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15" name="Google Shape;215;p19"/>
            <p:cNvSpPr/>
            <p:nvPr/>
          </p:nvSpPr>
          <p:spPr>
            <a:xfrm>
              <a:off x="8212964" y="3553070"/>
              <a:ext cx="1246152" cy="4081455"/>
            </a:xfrm>
            <a:custGeom>
              <a:rect b="b" l="l" r="r" t="t"/>
              <a:pathLst>
                <a:path extrusionOk="0" h="114031" w="34816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216" name="Google Shape;216;p19"/>
            <p:cNvGrpSpPr/>
            <p:nvPr/>
          </p:nvGrpSpPr>
          <p:grpSpPr>
            <a:xfrm flipH="1">
              <a:off x="8212963" y="4702315"/>
              <a:ext cx="965258" cy="273510"/>
              <a:chOff x="-6675" y="2881558"/>
              <a:chExt cx="9140700" cy="2059567"/>
            </a:xfrm>
          </p:grpSpPr>
          <p:cxnSp>
            <p:nvCxnSpPr>
              <p:cNvPr id="217" name="Google Shape;217;p1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18" name="Google Shape;218;p1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19" name="Google Shape;219;p1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20" name="Google Shape;220;p1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21" name="Google Shape;221;p1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222" name="Google Shape;222;p19"/>
          <p:cNvGrpSpPr/>
          <p:nvPr/>
        </p:nvGrpSpPr>
        <p:grpSpPr>
          <a:xfrm>
            <a:off x="342875" y="2524661"/>
            <a:ext cx="8713622" cy="1947138"/>
            <a:chOff x="342875" y="2524661"/>
            <a:chExt cx="8713622" cy="1947138"/>
          </a:xfrm>
        </p:grpSpPr>
        <p:sp>
          <p:nvSpPr>
            <p:cNvPr id="223" name="Google Shape;223;p19"/>
            <p:cNvSpPr/>
            <p:nvPr/>
          </p:nvSpPr>
          <p:spPr>
            <a:xfrm rot="5400000">
              <a:off x="8816029" y="423133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19"/>
            <p:cNvSpPr/>
            <p:nvPr/>
          </p:nvSpPr>
          <p:spPr>
            <a:xfrm rot="10800000">
              <a:off x="342875" y="252466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5" name="Google Shape;225;p19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8" name="Google Shape;228;p20"/>
          <p:cNvSpPr txBox="1"/>
          <p:nvPr>
            <p:ph idx="1" type="subTitle"/>
          </p:nvPr>
        </p:nvSpPr>
        <p:spPr>
          <a:xfrm>
            <a:off x="1090025" y="2438273"/>
            <a:ext cx="2260200" cy="15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9" name="Google Shape;229;p20"/>
          <p:cNvSpPr txBox="1"/>
          <p:nvPr>
            <p:ph idx="2" type="subTitle"/>
          </p:nvPr>
        </p:nvSpPr>
        <p:spPr>
          <a:xfrm>
            <a:off x="3501725" y="2438273"/>
            <a:ext cx="2260200" cy="15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0" name="Google Shape;230;p20"/>
          <p:cNvSpPr txBox="1"/>
          <p:nvPr>
            <p:ph idx="3" type="subTitle"/>
          </p:nvPr>
        </p:nvSpPr>
        <p:spPr>
          <a:xfrm>
            <a:off x="5913431" y="2438273"/>
            <a:ext cx="2260200" cy="15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1" name="Google Shape;231;p20"/>
          <p:cNvSpPr txBox="1"/>
          <p:nvPr>
            <p:ph idx="4" type="subTitle"/>
          </p:nvPr>
        </p:nvSpPr>
        <p:spPr>
          <a:xfrm>
            <a:off x="1090025" y="2029925"/>
            <a:ext cx="22602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232" name="Google Shape;232;p20"/>
          <p:cNvSpPr txBox="1"/>
          <p:nvPr>
            <p:ph idx="5" type="subTitle"/>
          </p:nvPr>
        </p:nvSpPr>
        <p:spPr>
          <a:xfrm>
            <a:off x="3501728" y="2029925"/>
            <a:ext cx="22602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233" name="Google Shape;233;p20"/>
          <p:cNvSpPr txBox="1"/>
          <p:nvPr>
            <p:ph idx="6" type="subTitle"/>
          </p:nvPr>
        </p:nvSpPr>
        <p:spPr>
          <a:xfrm>
            <a:off x="5913432" y="2029925"/>
            <a:ext cx="22602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grpSp>
        <p:nvGrpSpPr>
          <p:cNvPr id="234" name="Google Shape;234;p20"/>
          <p:cNvGrpSpPr/>
          <p:nvPr/>
        </p:nvGrpSpPr>
        <p:grpSpPr>
          <a:xfrm>
            <a:off x="188277" y="445029"/>
            <a:ext cx="8669349" cy="4596267"/>
            <a:chOff x="188277" y="445029"/>
            <a:chExt cx="8669349" cy="4596267"/>
          </a:xfrm>
        </p:grpSpPr>
        <p:sp>
          <p:nvSpPr>
            <p:cNvPr id="235" name="Google Shape;235;p20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20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7" name="Google Shape;237;p20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238" name="Google Shape;238;p20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" name="Google Shape;239;p20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40" name="Google Shape;240;p20"/>
          <p:cNvGrpSpPr/>
          <p:nvPr/>
        </p:nvGrpSpPr>
        <p:grpSpPr>
          <a:xfrm>
            <a:off x="478250" y="1380581"/>
            <a:ext cx="8298985" cy="1930685"/>
            <a:chOff x="478250" y="1380581"/>
            <a:chExt cx="8298985" cy="1930685"/>
          </a:xfrm>
        </p:grpSpPr>
        <p:sp>
          <p:nvSpPr>
            <p:cNvPr id="241" name="Google Shape;241;p20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20"/>
            <p:cNvSpPr/>
            <p:nvPr/>
          </p:nvSpPr>
          <p:spPr>
            <a:xfrm rot="10800000">
              <a:off x="478250" y="287038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3" name="Google Shape;243;p20"/>
          <p:cNvGrpSpPr/>
          <p:nvPr/>
        </p:nvGrpSpPr>
        <p:grpSpPr>
          <a:xfrm>
            <a:off x="260198" y="-534009"/>
            <a:ext cx="8742927" cy="5946659"/>
            <a:chOff x="260198" y="-534009"/>
            <a:chExt cx="8742927" cy="5946659"/>
          </a:xfrm>
        </p:grpSpPr>
        <p:grpSp>
          <p:nvGrpSpPr>
            <p:cNvPr id="244" name="Google Shape;244;p20"/>
            <p:cNvGrpSpPr/>
            <p:nvPr/>
          </p:nvGrpSpPr>
          <p:grpSpPr>
            <a:xfrm flipH="1" rot="5400000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245" name="Google Shape;245;p20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6" name="Google Shape;246;p20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7" name="Google Shape;247;p20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8" name="Google Shape;248;p20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9" name="Google Shape;249;p20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250" name="Google Shape;250;p20"/>
            <p:cNvSpPr/>
            <p:nvPr/>
          </p:nvSpPr>
          <p:spPr>
            <a:xfrm>
              <a:off x="5746750" y="-57000"/>
              <a:ext cx="3256375" cy="488250"/>
            </a:xfrm>
            <a:custGeom>
              <a:rect b="b" l="l" r="r" t="t"/>
              <a:pathLst>
                <a:path extrusionOk="0" h="19530" w="130255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251" name="Google Shape;251;p20"/>
            <p:cNvGrpSpPr/>
            <p:nvPr/>
          </p:nvGrpSpPr>
          <p:grpSpPr>
            <a:xfrm>
              <a:off x="260198" y="3089575"/>
              <a:ext cx="493321" cy="2323075"/>
              <a:chOff x="260198" y="3089575"/>
              <a:chExt cx="493321" cy="2323075"/>
            </a:xfrm>
          </p:grpSpPr>
          <p:grpSp>
            <p:nvGrpSpPr>
              <p:cNvPr id="252" name="Google Shape;252;p20"/>
              <p:cNvGrpSpPr/>
              <p:nvPr/>
            </p:nvGrpSpPr>
            <p:grpSpPr>
              <a:xfrm rot="10800000">
                <a:off x="260198" y="3645746"/>
                <a:ext cx="493321" cy="357312"/>
                <a:chOff x="1722354" y="229144"/>
                <a:chExt cx="1748743" cy="1266614"/>
              </a:xfrm>
            </p:grpSpPr>
            <p:sp>
              <p:nvSpPr>
                <p:cNvPr id="253" name="Google Shape;253;p20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b="b" l="l" r="r" t="t"/>
                  <a:pathLst>
                    <a:path extrusionOk="0" fill="none" h="2777" w="4864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4" name="Google Shape;254;p20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l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55" name="Google Shape;255;p20"/>
              <p:cNvSpPr/>
              <p:nvPr/>
            </p:nvSpPr>
            <p:spPr>
              <a:xfrm>
                <a:off x="260200" y="3089575"/>
                <a:ext cx="476150" cy="2323075"/>
              </a:xfrm>
              <a:custGeom>
                <a:rect b="b" l="l" r="r" t="t"/>
                <a:pathLst>
                  <a:path extrusionOk="0" h="92923" w="19046">
                    <a:moveTo>
                      <a:pt x="0" y="0"/>
                    </a:moveTo>
                    <a:lnTo>
                      <a:pt x="0" y="36635"/>
                    </a:lnTo>
                    <a:lnTo>
                      <a:pt x="19046" y="55681"/>
                    </a:lnTo>
                    <a:lnTo>
                      <a:pt x="19046" y="92923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sp>
        </p:grpSp>
      </p:grpSp>
      <p:sp>
        <p:nvSpPr>
          <p:cNvPr id="256" name="Google Shape;256;p20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259" name="Google Shape;259;p21"/>
          <p:cNvSpPr txBox="1"/>
          <p:nvPr>
            <p:ph idx="1" type="subTitle"/>
          </p:nvPr>
        </p:nvSpPr>
        <p:spPr>
          <a:xfrm>
            <a:off x="1253224" y="1770100"/>
            <a:ext cx="28110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0" name="Google Shape;260;p21"/>
          <p:cNvSpPr txBox="1"/>
          <p:nvPr>
            <p:ph idx="2" type="subTitle"/>
          </p:nvPr>
        </p:nvSpPr>
        <p:spPr>
          <a:xfrm>
            <a:off x="5079776" y="1770100"/>
            <a:ext cx="28110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1" name="Google Shape;261;p21"/>
          <p:cNvSpPr txBox="1"/>
          <p:nvPr>
            <p:ph idx="3" type="subTitle"/>
          </p:nvPr>
        </p:nvSpPr>
        <p:spPr>
          <a:xfrm>
            <a:off x="1253224" y="3281700"/>
            <a:ext cx="28110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2" name="Google Shape;262;p21"/>
          <p:cNvSpPr txBox="1"/>
          <p:nvPr>
            <p:ph idx="4" type="subTitle"/>
          </p:nvPr>
        </p:nvSpPr>
        <p:spPr>
          <a:xfrm>
            <a:off x="5079776" y="3281700"/>
            <a:ext cx="28110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3" name="Google Shape;263;p21"/>
          <p:cNvSpPr txBox="1"/>
          <p:nvPr>
            <p:ph idx="5" type="subTitle"/>
          </p:nvPr>
        </p:nvSpPr>
        <p:spPr>
          <a:xfrm>
            <a:off x="1253225" y="1316050"/>
            <a:ext cx="28110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264" name="Google Shape;264;p21"/>
          <p:cNvSpPr txBox="1"/>
          <p:nvPr>
            <p:ph idx="6" type="subTitle"/>
          </p:nvPr>
        </p:nvSpPr>
        <p:spPr>
          <a:xfrm>
            <a:off x="1253225" y="2827725"/>
            <a:ext cx="28110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265" name="Google Shape;265;p21"/>
          <p:cNvSpPr txBox="1"/>
          <p:nvPr>
            <p:ph idx="7" type="subTitle"/>
          </p:nvPr>
        </p:nvSpPr>
        <p:spPr>
          <a:xfrm>
            <a:off x="5079750" y="1316050"/>
            <a:ext cx="28110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266" name="Google Shape;266;p21"/>
          <p:cNvSpPr txBox="1"/>
          <p:nvPr>
            <p:ph idx="8" type="subTitle"/>
          </p:nvPr>
        </p:nvSpPr>
        <p:spPr>
          <a:xfrm>
            <a:off x="5079750" y="2827725"/>
            <a:ext cx="28110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grpSp>
        <p:nvGrpSpPr>
          <p:cNvPr id="267" name="Google Shape;267;p21"/>
          <p:cNvGrpSpPr/>
          <p:nvPr/>
        </p:nvGrpSpPr>
        <p:grpSpPr>
          <a:xfrm>
            <a:off x="487075" y="3743424"/>
            <a:ext cx="8733034" cy="1098996"/>
            <a:chOff x="487075" y="3743424"/>
            <a:chExt cx="8733034" cy="1098996"/>
          </a:xfrm>
        </p:grpSpPr>
        <p:sp>
          <p:nvSpPr>
            <p:cNvPr id="268" name="Google Shape;268;p21"/>
            <p:cNvSpPr/>
            <p:nvPr/>
          </p:nvSpPr>
          <p:spPr>
            <a:xfrm rot="5400000">
              <a:off x="8961054" y="3726360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21"/>
            <p:cNvSpPr/>
            <p:nvPr/>
          </p:nvSpPr>
          <p:spPr>
            <a:xfrm rot="5400000">
              <a:off x="8721654" y="3527485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0" name="Google Shape;270;p21"/>
            <p:cNvGrpSpPr/>
            <p:nvPr/>
          </p:nvGrpSpPr>
          <p:grpSpPr>
            <a:xfrm rot="5400000">
              <a:off x="766702" y="4355902"/>
              <a:ext cx="206891" cy="766144"/>
              <a:chOff x="8650702" y="3525402"/>
              <a:chExt cx="206891" cy="766144"/>
            </a:xfrm>
          </p:grpSpPr>
          <p:sp>
            <p:nvSpPr>
              <p:cNvPr id="271" name="Google Shape;271;p21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" name="Google Shape;272;p21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73" name="Google Shape;273;p21"/>
          <p:cNvGrpSpPr/>
          <p:nvPr/>
        </p:nvGrpSpPr>
        <p:grpSpPr>
          <a:xfrm>
            <a:off x="197650" y="1003129"/>
            <a:ext cx="8689510" cy="2910487"/>
            <a:chOff x="197650" y="1003129"/>
            <a:chExt cx="8689510" cy="2910487"/>
          </a:xfrm>
        </p:grpSpPr>
        <p:sp>
          <p:nvSpPr>
            <p:cNvPr id="274" name="Google Shape;274;p21"/>
            <p:cNvSpPr/>
            <p:nvPr/>
          </p:nvSpPr>
          <p:spPr>
            <a:xfrm>
              <a:off x="8847104" y="1003129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21"/>
            <p:cNvSpPr/>
            <p:nvPr/>
          </p:nvSpPr>
          <p:spPr>
            <a:xfrm rot="10800000">
              <a:off x="197650" y="34727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6" name="Google Shape;276;p21"/>
          <p:cNvGrpSpPr/>
          <p:nvPr/>
        </p:nvGrpSpPr>
        <p:grpSpPr>
          <a:xfrm>
            <a:off x="-30950" y="-166792"/>
            <a:ext cx="9501942" cy="5231668"/>
            <a:chOff x="-30950" y="-166792"/>
            <a:chExt cx="9501942" cy="5231668"/>
          </a:xfrm>
        </p:grpSpPr>
        <p:grpSp>
          <p:nvGrpSpPr>
            <p:cNvPr id="277" name="Google Shape;277;p21"/>
            <p:cNvGrpSpPr/>
            <p:nvPr/>
          </p:nvGrpSpPr>
          <p:grpSpPr>
            <a:xfrm rot="-5400000">
              <a:off x="8362773" y="2998996"/>
              <a:ext cx="493321" cy="357312"/>
              <a:chOff x="1722354" y="229144"/>
              <a:chExt cx="1748743" cy="1266614"/>
            </a:xfrm>
          </p:grpSpPr>
          <p:sp>
            <p:nvSpPr>
              <p:cNvPr id="278" name="Google Shape;278;p21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" name="Google Shape;279;p21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0" name="Google Shape;280;p21"/>
            <p:cNvGrpSpPr/>
            <p:nvPr/>
          </p:nvGrpSpPr>
          <p:grpSpPr>
            <a:xfrm flipH="1" rot="10800000">
              <a:off x="8505734" y="1680044"/>
              <a:ext cx="965258" cy="273510"/>
              <a:chOff x="-6675" y="2881558"/>
              <a:chExt cx="9140700" cy="2059567"/>
            </a:xfrm>
          </p:grpSpPr>
          <p:cxnSp>
            <p:nvCxnSpPr>
              <p:cNvPr id="281" name="Google Shape;281;p21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82" name="Google Shape;282;p21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83" name="Google Shape;283;p21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84" name="Google Shape;284;p21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85" name="Google Shape;285;p21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286" name="Google Shape;286;p21"/>
            <p:cNvSpPr/>
            <p:nvPr/>
          </p:nvSpPr>
          <p:spPr>
            <a:xfrm rot="5400000">
              <a:off x="7121670" y="1217270"/>
              <a:ext cx="3256375" cy="488250"/>
            </a:xfrm>
            <a:custGeom>
              <a:rect b="b" l="l" r="r" t="t"/>
              <a:pathLst>
                <a:path extrusionOk="0" h="19530" w="130255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87" name="Google Shape;287;p21"/>
            <p:cNvSpPr/>
            <p:nvPr/>
          </p:nvSpPr>
          <p:spPr>
            <a:xfrm>
              <a:off x="-30950" y="2650075"/>
              <a:ext cx="581550" cy="2414800"/>
            </a:xfrm>
            <a:custGeom>
              <a:rect b="b" l="l" r="r" t="t"/>
              <a:pathLst>
                <a:path extrusionOk="0" h="96592" w="23262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</p:grpSp>
      <p:sp>
        <p:nvSpPr>
          <p:cNvPr id="288" name="Google Shape;288;p21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291" name="Google Shape;291;p22"/>
          <p:cNvSpPr txBox="1"/>
          <p:nvPr>
            <p:ph idx="1" type="subTitle"/>
          </p:nvPr>
        </p:nvSpPr>
        <p:spPr>
          <a:xfrm>
            <a:off x="1182950" y="1729925"/>
            <a:ext cx="19860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2" name="Google Shape;292;p22"/>
          <p:cNvSpPr txBox="1"/>
          <p:nvPr>
            <p:ph idx="2" type="subTitle"/>
          </p:nvPr>
        </p:nvSpPr>
        <p:spPr>
          <a:xfrm>
            <a:off x="3580856" y="1729934"/>
            <a:ext cx="19860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3" name="Google Shape;293;p22"/>
          <p:cNvSpPr txBox="1"/>
          <p:nvPr>
            <p:ph idx="3" type="subTitle"/>
          </p:nvPr>
        </p:nvSpPr>
        <p:spPr>
          <a:xfrm>
            <a:off x="1182950" y="3419050"/>
            <a:ext cx="19860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4" name="Google Shape;294;p22"/>
          <p:cNvSpPr txBox="1"/>
          <p:nvPr>
            <p:ph idx="4" type="subTitle"/>
          </p:nvPr>
        </p:nvSpPr>
        <p:spPr>
          <a:xfrm>
            <a:off x="3579000" y="3419050"/>
            <a:ext cx="19860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5" name="Google Shape;295;p22"/>
          <p:cNvSpPr txBox="1"/>
          <p:nvPr>
            <p:ph idx="5" type="subTitle"/>
          </p:nvPr>
        </p:nvSpPr>
        <p:spPr>
          <a:xfrm>
            <a:off x="5975050" y="1729934"/>
            <a:ext cx="19860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6" name="Google Shape;296;p22"/>
          <p:cNvSpPr txBox="1"/>
          <p:nvPr>
            <p:ph idx="6" type="subTitle"/>
          </p:nvPr>
        </p:nvSpPr>
        <p:spPr>
          <a:xfrm>
            <a:off x="5975050" y="3419050"/>
            <a:ext cx="19860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7" name="Google Shape;297;p22"/>
          <p:cNvSpPr txBox="1"/>
          <p:nvPr>
            <p:ph idx="7" type="subTitle"/>
          </p:nvPr>
        </p:nvSpPr>
        <p:spPr>
          <a:xfrm>
            <a:off x="1190750" y="1396451"/>
            <a:ext cx="1978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298" name="Google Shape;298;p22"/>
          <p:cNvSpPr txBox="1"/>
          <p:nvPr>
            <p:ph idx="8" type="subTitle"/>
          </p:nvPr>
        </p:nvSpPr>
        <p:spPr>
          <a:xfrm>
            <a:off x="3584756" y="1396458"/>
            <a:ext cx="1978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299" name="Google Shape;299;p22"/>
          <p:cNvSpPr txBox="1"/>
          <p:nvPr>
            <p:ph idx="9" type="subTitle"/>
          </p:nvPr>
        </p:nvSpPr>
        <p:spPr>
          <a:xfrm>
            <a:off x="5978950" y="1396458"/>
            <a:ext cx="1978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300" name="Google Shape;300;p22"/>
          <p:cNvSpPr txBox="1"/>
          <p:nvPr>
            <p:ph idx="13" type="subTitle"/>
          </p:nvPr>
        </p:nvSpPr>
        <p:spPr>
          <a:xfrm>
            <a:off x="1182950" y="3082550"/>
            <a:ext cx="19860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301" name="Google Shape;301;p22"/>
          <p:cNvSpPr txBox="1"/>
          <p:nvPr>
            <p:ph idx="14" type="subTitle"/>
          </p:nvPr>
        </p:nvSpPr>
        <p:spPr>
          <a:xfrm>
            <a:off x="3584758" y="3082550"/>
            <a:ext cx="1978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302" name="Google Shape;302;p22"/>
          <p:cNvSpPr txBox="1"/>
          <p:nvPr>
            <p:ph idx="15" type="subTitle"/>
          </p:nvPr>
        </p:nvSpPr>
        <p:spPr>
          <a:xfrm>
            <a:off x="5978948" y="3082550"/>
            <a:ext cx="1978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grpSp>
        <p:nvGrpSpPr>
          <p:cNvPr id="303" name="Google Shape;303;p22"/>
          <p:cNvGrpSpPr/>
          <p:nvPr/>
        </p:nvGrpSpPr>
        <p:grpSpPr>
          <a:xfrm>
            <a:off x="-173589" y="2054902"/>
            <a:ext cx="8977957" cy="875138"/>
            <a:chOff x="-173589" y="2054902"/>
            <a:chExt cx="8977957" cy="875138"/>
          </a:xfrm>
        </p:grpSpPr>
        <p:sp>
          <p:nvSpPr>
            <p:cNvPr id="304" name="Google Shape;304;p22"/>
            <p:cNvSpPr/>
            <p:nvPr/>
          </p:nvSpPr>
          <p:spPr>
            <a:xfrm flipH="1" rot="-5400000">
              <a:off x="157300" y="2670985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22"/>
            <p:cNvSpPr/>
            <p:nvPr/>
          </p:nvSpPr>
          <p:spPr>
            <a:xfrm flipH="1" rot="-5400000">
              <a:off x="42350" y="2423585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6" name="Google Shape;306;p22"/>
            <p:cNvGrpSpPr/>
            <p:nvPr/>
          </p:nvGrpSpPr>
          <p:grpSpPr>
            <a:xfrm flipH="1" rot="10800000">
              <a:off x="8597477" y="2054902"/>
              <a:ext cx="206891" cy="766144"/>
              <a:chOff x="8650702" y="3525402"/>
              <a:chExt cx="206891" cy="766144"/>
            </a:xfrm>
          </p:grpSpPr>
          <p:sp>
            <p:nvSpPr>
              <p:cNvPr id="307" name="Google Shape;307;p22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22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09" name="Google Shape;309;p22"/>
          <p:cNvGrpSpPr/>
          <p:nvPr/>
        </p:nvGrpSpPr>
        <p:grpSpPr>
          <a:xfrm>
            <a:off x="756786" y="700836"/>
            <a:ext cx="8183234" cy="4589198"/>
            <a:chOff x="756786" y="700836"/>
            <a:chExt cx="8183234" cy="4589198"/>
          </a:xfrm>
        </p:grpSpPr>
        <p:sp>
          <p:nvSpPr>
            <p:cNvPr id="310" name="Google Shape;310;p22"/>
            <p:cNvSpPr/>
            <p:nvPr/>
          </p:nvSpPr>
          <p:spPr>
            <a:xfrm flipH="1">
              <a:off x="756786" y="4849154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22"/>
            <p:cNvSpPr/>
            <p:nvPr/>
          </p:nvSpPr>
          <p:spPr>
            <a:xfrm flipH="1" rot="10800000">
              <a:off x="8899964" y="7008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2" name="Google Shape;312;p22"/>
          <p:cNvGrpSpPr/>
          <p:nvPr/>
        </p:nvGrpSpPr>
        <p:grpSpPr>
          <a:xfrm>
            <a:off x="-418722" y="-549400"/>
            <a:ext cx="9906876" cy="5811597"/>
            <a:chOff x="-418722" y="-549400"/>
            <a:chExt cx="9906876" cy="5811597"/>
          </a:xfrm>
        </p:grpSpPr>
        <p:grpSp>
          <p:nvGrpSpPr>
            <p:cNvPr id="313" name="Google Shape;313;p22"/>
            <p:cNvGrpSpPr/>
            <p:nvPr/>
          </p:nvGrpSpPr>
          <p:grpSpPr>
            <a:xfrm flipH="1" rot="10800000">
              <a:off x="8269288" y="182196"/>
              <a:ext cx="493321" cy="357312"/>
              <a:chOff x="1722354" y="229144"/>
              <a:chExt cx="1748743" cy="1266614"/>
            </a:xfrm>
          </p:grpSpPr>
          <p:sp>
            <p:nvSpPr>
              <p:cNvPr id="314" name="Google Shape;314;p22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22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6" name="Google Shape;316;p22"/>
            <p:cNvGrpSpPr/>
            <p:nvPr/>
          </p:nvGrpSpPr>
          <p:grpSpPr>
            <a:xfrm rot="10800000">
              <a:off x="-418722" y="3973294"/>
              <a:ext cx="965258" cy="273510"/>
              <a:chOff x="-6675" y="2881558"/>
              <a:chExt cx="9140700" cy="2059567"/>
            </a:xfrm>
          </p:grpSpPr>
          <p:cxnSp>
            <p:nvCxnSpPr>
              <p:cNvPr id="317" name="Google Shape;317;p22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8" name="Google Shape;318;p22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9" name="Google Shape;319;p22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0" name="Google Shape;320;p22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1" name="Google Shape;321;p22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322" name="Google Shape;322;p22"/>
            <p:cNvSpPr/>
            <p:nvPr/>
          </p:nvSpPr>
          <p:spPr>
            <a:xfrm flipH="1" rot="-5400000">
              <a:off x="-642564" y="4073091"/>
              <a:ext cx="2068124" cy="310088"/>
            </a:xfrm>
            <a:custGeom>
              <a:rect b="b" l="l" r="r" t="t"/>
              <a:pathLst>
                <a:path extrusionOk="0" h="19530" w="130255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23" name="Google Shape;323;p22"/>
            <p:cNvSpPr/>
            <p:nvPr/>
          </p:nvSpPr>
          <p:spPr>
            <a:xfrm flipH="1">
              <a:off x="8573201" y="-549400"/>
              <a:ext cx="914953" cy="3799205"/>
            </a:xfrm>
            <a:custGeom>
              <a:rect b="b" l="l" r="r" t="t"/>
              <a:pathLst>
                <a:path extrusionOk="0" h="96592" w="23262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</p:grpSp>
      <p:sp>
        <p:nvSpPr>
          <p:cNvPr id="324" name="Google Shape;324;p22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3"/>
          <p:cNvSpPr txBox="1"/>
          <p:nvPr>
            <p:ph type="title"/>
          </p:nvPr>
        </p:nvSpPr>
        <p:spPr>
          <a:xfrm>
            <a:off x="1022225" y="2965495"/>
            <a:ext cx="3382500" cy="7689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327" name="Google Shape;327;p23"/>
          <p:cNvSpPr txBox="1"/>
          <p:nvPr>
            <p:ph idx="1" type="subTitle"/>
          </p:nvPr>
        </p:nvSpPr>
        <p:spPr>
          <a:xfrm>
            <a:off x="1022225" y="3740150"/>
            <a:ext cx="33825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8" name="Google Shape;328;p23"/>
          <p:cNvSpPr txBox="1"/>
          <p:nvPr>
            <p:ph idx="2" type="title"/>
          </p:nvPr>
        </p:nvSpPr>
        <p:spPr>
          <a:xfrm>
            <a:off x="3035252" y="1320175"/>
            <a:ext cx="3382500" cy="7689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329" name="Google Shape;329;p23"/>
          <p:cNvSpPr txBox="1"/>
          <p:nvPr>
            <p:ph idx="3" type="subTitle"/>
          </p:nvPr>
        </p:nvSpPr>
        <p:spPr>
          <a:xfrm>
            <a:off x="3035252" y="2095118"/>
            <a:ext cx="33825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0" name="Google Shape;330;p23"/>
          <p:cNvSpPr txBox="1"/>
          <p:nvPr>
            <p:ph idx="4" type="title"/>
          </p:nvPr>
        </p:nvSpPr>
        <p:spPr>
          <a:xfrm>
            <a:off x="5048280" y="2965495"/>
            <a:ext cx="3382500" cy="7689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b="0" sz="6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331" name="Google Shape;331;p23"/>
          <p:cNvSpPr txBox="1"/>
          <p:nvPr>
            <p:ph idx="5" type="subTitle"/>
          </p:nvPr>
        </p:nvSpPr>
        <p:spPr>
          <a:xfrm>
            <a:off x="5048280" y="3740150"/>
            <a:ext cx="33825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2" name="Google Shape;332;p23"/>
          <p:cNvSpPr/>
          <p:nvPr/>
        </p:nvSpPr>
        <p:spPr>
          <a:xfrm rot="5400000">
            <a:off x="9120511" y="697073"/>
            <a:ext cx="40056" cy="440880"/>
          </a:xfrm>
          <a:custGeom>
            <a:rect b="b" l="l" r="r" t="t"/>
            <a:pathLst>
              <a:path extrusionOk="0" h="12620" w="1146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3" name="Google Shape;333;p23"/>
          <p:cNvGrpSpPr/>
          <p:nvPr/>
        </p:nvGrpSpPr>
        <p:grpSpPr>
          <a:xfrm>
            <a:off x="-739800" y="415860"/>
            <a:ext cx="10142602" cy="2150258"/>
            <a:chOff x="-739800" y="415860"/>
            <a:chExt cx="10142602" cy="2150258"/>
          </a:xfrm>
        </p:grpSpPr>
        <p:grpSp>
          <p:nvGrpSpPr>
            <p:cNvPr id="334" name="Google Shape;334;p23"/>
            <p:cNvGrpSpPr/>
            <p:nvPr/>
          </p:nvGrpSpPr>
          <p:grpSpPr>
            <a:xfrm rot="5400000">
              <a:off x="8699133" y="-40531"/>
              <a:ext cx="247278" cy="1160061"/>
              <a:chOff x="1463894" y="1434556"/>
              <a:chExt cx="247278" cy="1160061"/>
            </a:xfrm>
          </p:grpSpPr>
          <p:sp>
            <p:nvSpPr>
              <p:cNvPr id="335" name="Google Shape;335;p23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" name="Google Shape;336;p23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7" name="Google Shape;337;p23"/>
            <p:cNvGrpSpPr/>
            <p:nvPr/>
          </p:nvGrpSpPr>
          <p:grpSpPr>
            <a:xfrm>
              <a:off x="-739800" y="1454775"/>
              <a:ext cx="1111343" cy="1111343"/>
              <a:chOff x="8307725" y="278700"/>
              <a:chExt cx="1111343" cy="1111343"/>
            </a:xfrm>
          </p:grpSpPr>
          <p:sp>
            <p:nvSpPr>
              <p:cNvPr id="338" name="Google Shape;338;p23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b="b" l="l" r="r" t="t"/>
                <a:pathLst>
                  <a:path extrusionOk="0" fill="none" h="17396" w="17396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9" name="Google Shape;339;p23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b="b" l="l" r="r" t="t"/>
                <a:pathLst>
                  <a:path extrusionOk="0" fill="none" h="11931" w="1196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40" name="Google Shape;340;p23"/>
          <p:cNvGrpSpPr/>
          <p:nvPr/>
        </p:nvGrpSpPr>
        <p:grpSpPr>
          <a:xfrm>
            <a:off x="-1340979" y="-3183302"/>
            <a:ext cx="10223939" cy="10252965"/>
            <a:chOff x="-1340979" y="-3183302"/>
            <a:chExt cx="10223939" cy="10252965"/>
          </a:xfrm>
        </p:grpSpPr>
        <p:grpSp>
          <p:nvGrpSpPr>
            <p:cNvPr id="341" name="Google Shape;341;p23"/>
            <p:cNvGrpSpPr/>
            <p:nvPr/>
          </p:nvGrpSpPr>
          <p:grpSpPr>
            <a:xfrm>
              <a:off x="1836073" y="2152995"/>
              <a:ext cx="7046887" cy="4916668"/>
              <a:chOff x="1836073" y="2152995"/>
              <a:chExt cx="7046887" cy="4916668"/>
            </a:xfrm>
          </p:grpSpPr>
          <p:grpSp>
            <p:nvGrpSpPr>
              <p:cNvPr id="342" name="Google Shape;342;p23"/>
              <p:cNvGrpSpPr/>
              <p:nvPr/>
            </p:nvGrpSpPr>
            <p:grpSpPr>
              <a:xfrm rot="10800000">
                <a:off x="8201743" y="2152995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343" name="Google Shape;343;p23"/>
                <p:cNvCxnSpPr/>
                <p:nvPr/>
              </p:nvCxnSpPr>
              <p:spPr>
                <a:xfrm rot="10800000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44" name="Google Shape;344;p23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345" name="Google Shape;345;p23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accent2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46" name="Google Shape;346;p23"/>
              <p:cNvGrpSpPr/>
              <p:nvPr/>
            </p:nvGrpSpPr>
            <p:grpSpPr>
              <a:xfrm flipH="1" rot="5400000">
                <a:off x="2496963" y="3858153"/>
                <a:ext cx="2550619" cy="3872400"/>
                <a:chOff x="1857762" y="2762827"/>
                <a:chExt cx="2550619" cy="3872400"/>
              </a:xfrm>
            </p:grpSpPr>
            <p:cxnSp>
              <p:nvCxnSpPr>
                <p:cNvPr id="347" name="Google Shape;347;p23"/>
                <p:cNvCxnSpPr/>
                <p:nvPr/>
              </p:nvCxnSpPr>
              <p:spPr>
                <a:xfrm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48" name="Google Shape;348;p23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349" name="Google Shape;349;p23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accen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350" name="Google Shape;350;p23"/>
            <p:cNvSpPr/>
            <p:nvPr/>
          </p:nvSpPr>
          <p:spPr>
            <a:xfrm flipH="1" rot="-5400000">
              <a:off x="229850" y="-2095662"/>
              <a:ext cx="1197198" cy="4338856"/>
            </a:xfrm>
            <a:custGeom>
              <a:rect b="b" l="l" r="r" t="t"/>
              <a:pathLst>
                <a:path extrusionOk="0" h="65507" w="18075">
                  <a:moveTo>
                    <a:pt x="0" y="65507"/>
                  </a:moveTo>
                  <a:lnTo>
                    <a:pt x="18075" y="47432"/>
                  </a:lnTo>
                  <a:lnTo>
                    <a:pt x="18075" y="0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351" name="Google Shape;351;p23"/>
            <p:cNvGrpSpPr/>
            <p:nvPr/>
          </p:nvGrpSpPr>
          <p:grpSpPr>
            <a:xfrm rot="-5400000">
              <a:off x="1113139" y="743908"/>
              <a:ext cx="493321" cy="357312"/>
              <a:chOff x="1722354" y="229144"/>
              <a:chExt cx="1748743" cy="1266614"/>
            </a:xfrm>
          </p:grpSpPr>
          <p:sp>
            <p:nvSpPr>
              <p:cNvPr id="352" name="Google Shape;352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" name="Google Shape;353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4" name="Google Shape;354;p23"/>
            <p:cNvGrpSpPr/>
            <p:nvPr/>
          </p:nvGrpSpPr>
          <p:grpSpPr>
            <a:xfrm rot="5400000">
              <a:off x="-1009100" y="-1561400"/>
              <a:ext cx="3859204" cy="615399"/>
              <a:chOff x="-6675" y="307100"/>
              <a:chExt cx="9140700" cy="4634025"/>
            </a:xfrm>
          </p:grpSpPr>
          <p:cxnSp>
            <p:nvCxnSpPr>
              <p:cNvPr id="355" name="Google Shape;355;p23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6" name="Google Shape;356;p23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7" name="Google Shape;357;p23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8" name="Google Shape;358;p23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9" name="Google Shape;359;p23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0" name="Google Shape;360;p2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1" name="Google Shape;361;p2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2" name="Google Shape;362;p2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3" name="Google Shape;363;p2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4" name="Google Shape;364;p2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4"/>
          <p:cNvSpPr txBox="1"/>
          <p:nvPr>
            <p:ph hasCustomPrompt="1" type="title"/>
          </p:nvPr>
        </p:nvSpPr>
        <p:spPr>
          <a:xfrm>
            <a:off x="2405125" y="2040775"/>
            <a:ext cx="5307000" cy="9981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Font typeface="Raleway ExtraBold"/>
              <a:buNone/>
              <a:defRPr sz="55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67" name="Google Shape;367;p24"/>
          <p:cNvSpPr txBox="1"/>
          <p:nvPr>
            <p:ph idx="1" type="subTitle"/>
          </p:nvPr>
        </p:nvSpPr>
        <p:spPr>
          <a:xfrm>
            <a:off x="2405125" y="3038875"/>
            <a:ext cx="53070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368" name="Google Shape;368;p24"/>
          <p:cNvGrpSpPr/>
          <p:nvPr/>
        </p:nvGrpSpPr>
        <p:grpSpPr>
          <a:xfrm>
            <a:off x="320869" y="892488"/>
            <a:ext cx="5247943" cy="4005530"/>
            <a:chOff x="320869" y="892488"/>
            <a:chExt cx="5247943" cy="4005530"/>
          </a:xfrm>
        </p:grpSpPr>
        <p:sp>
          <p:nvSpPr>
            <p:cNvPr id="369" name="Google Shape;369;p24"/>
            <p:cNvSpPr/>
            <p:nvPr/>
          </p:nvSpPr>
          <p:spPr>
            <a:xfrm rot="10800000">
              <a:off x="320869" y="892488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24"/>
            <p:cNvSpPr/>
            <p:nvPr/>
          </p:nvSpPr>
          <p:spPr>
            <a:xfrm rot="5400000">
              <a:off x="5328344" y="4657550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1" name="Google Shape;371;p24"/>
          <p:cNvGrpSpPr/>
          <p:nvPr/>
        </p:nvGrpSpPr>
        <p:grpSpPr>
          <a:xfrm>
            <a:off x="1123153" y="-134519"/>
            <a:ext cx="5670106" cy="5849862"/>
            <a:chOff x="1123153" y="-134519"/>
            <a:chExt cx="5670106" cy="5849862"/>
          </a:xfrm>
        </p:grpSpPr>
        <p:grpSp>
          <p:nvGrpSpPr>
            <p:cNvPr id="372" name="Google Shape;372;p24"/>
            <p:cNvGrpSpPr/>
            <p:nvPr/>
          </p:nvGrpSpPr>
          <p:grpSpPr>
            <a:xfrm>
              <a:off x="1123153" y="-134519"/>
              <a:ext cx="5670106" cy="5032541"/>
              <a:chOff x="1123153" y="-134519"/>
              <a:chExt cx="5670106" cy="5032541"/>
            </a:xfrm>
          </p:grpSpPr>
          <p:sp>
            <p:nvSpPr>
              <p:cNvPr id="373" name="Google Shape;373;p24"/>
              <p:cNvSpPr/>
              <p:nvPr/>
            </p:nvSpPr>
            <p:spPr>
              <a:xfrm>
                <a:off x="1123153" y="-134519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74" name="Google Shape;374;p24"/>
              <p:cNvGrpSpPr/>
              <p:nvPr/>
            </p:nvGrpSpPr>
            <p:grpSpPr>
              <a:xfrm>
                <a:off x="5633198" y="4650743"/>
                <a:ext cx="1160061" cy="247279"/>
                <a:chOff x="8208698" y="2109318"/>
                <a:chExt cx="1160061" cy="247279"/>
              </a:xfrm>
            </p:grpSpPr>
            <p:sp>
              <p:nvSpPr>
                <p:cNvPr id="375" name="Google Shape;375;p24"/>
                <p:cNvSpPr/>
                <p:nvPr/>
              </p:nvSpPr>
              <p:spPr>
                <a:xfrm rot="5400000">
                  <a:off x="8424637" y="1893379"/>
                  <a:ext cx="43116" cy="474994"/>
                </a:xfrm>
                <a:custGeom>
                  <a:rect b="b" l="l" r="r" t="t"/>
                  <a:pathLst>
                    <a:path extrusionOk="0" fill="none" h="8307" w="754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l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6" name="Google Shape;376;p24"/>
                <p:cNvSpPr/>
                <p:nvPr/>
              </p:nvSpPr>
              <p:spPr>
                <a:xfrm rot="-5400000">
                  <a:off x="8917458" y="1905296"/>
                  <a:ext cx="75100" cy="827502"/>
                </a:xfrm>
                <a:custGeom>
                  <a:rect b="b" l="l" r="r" t="t"/>
                  <a:pathLst>
                    <a:path extrusionOk="0" fill="none" h="8307" w="754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77" name="Google Shape;377;p24"/>
            <p:cNvGrpSpPr/>
            <p:nvPr/>
          </p:nvGrpSpPr>
          <p:grpSpPr>
            <a:xfrm>
              <a:off x="3220925" y="4604000"/>
              <a:ext cx="1111343" cy="1111343"/>
              <a:chOff x="8307725" y="278700"/>
              <a:chExt cx="1111343" cy="1111343"/>
            </a:xfrm>
          </p:grpSpPr>
          <p:sp>
            <p:nvSpPr>
              <p:cNvPr id="378" name="Google Shape;378;p24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b="b" l="l" r="r" t="t"/>
                <a:pathLst>
                  <a:path extrusionOk="0" fill="none" h="17396" w="17396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" name="Google Shape;379;p24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b="b" l="l" r="r" t="t"/>
                <a:pathLst>
                  <a:path extrusionOk="0" fill="none" h="11931" w="1196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80" name="Google Shape;380;p24"/>
          <p:cNvGrpSpPr/>
          <p:nvPr/>
        </p:nvGrpSpPr>
        <p:grpSpPr>
          <a:xfrm>
            <a:off x="575287" y="-1805003"/>
            <a:ext cx="9569624" cy="9389960"/>
            <a:chOff x="575287" y="-1805003"/>
            <a:chExt cx="9569624" cy="9389960"/>
          </a:xfrm>
        </p:grpSpPr>
        <p:grpSp>
          <p:nvGrpSpPr>
            <p:cNvPr id="381" name="Google Shape;381;p24"/>
            <p:cNvGrpSpPr/>
            <p:nvPr/>
          </p:nvGrpSpPr>
          <p:grpSpPr>
            <a:xfrm>
              <a:off x="575287" y="-1805003"/>
              <a:ext cx="9569624" cy="7775529"/>
              <a:chOff x="575287" y="-1805003"/>
              <a:chExt cx="9569624" cy="7775529"/>
            </a:xfrm>
          </p:grpSpPr>
          <p:grpSp>
            <p:nvGrpSpPr>
              <p:cNvPr id="382" name="Google Shape;382;p24"/>
              <p:cNvGrpSpPr/>
              <p:nvPr/>
            </p:nvGrpSpPr>
            <p:grpSpPr>
              <a:xfrm>
                <a:off x="575287" y="-1805003"/>
                <a:ext cx="681217" cy="3360485"/>
                <a:chOff x="1121833" y="-3524490"/>
                <a:chExt cx="1498167" cy="7390555"/>
              </a:xfrm>
            </p:grpSpPr>
            <p:cxnSp>
              <p:nvCxnSpPr>
                <p:cNvPr id="383" name="Google Shape;383;p24"/>
                <p:cNvCxnSpPr/>
                <p:nvPr/>
              </p:nvCxnSpPr>
              <p:spPr>
                <a:xfrm rot="10800000">
                  <a:off x="1121833" y="-3524490"/>
                  <a:ext cx="0" cy="58707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84" name="Google Shape;384;p24"/>
                <p:cNvCxnSpPr/>
                <p:nvPr/>
              </p:nvCxnSpPr>
              <p:spPr>
                <a:xfrm>
                  <a:off x="1121833" y="2348225"/>
                  <a:ext cx="1158600" cy="1141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385" name="Google Shape;385;p24"/>
                <p:cNvSpPr/>
                <p:nvPr/>
              </p:nvSpPr>
              <p:spPr>
                <a:xfrm rot="5400000">
                  <a:off x="2196889" y="3442953"/>
                  <a:ext cx="425397" cy="420826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l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86" name="Google Shape;386;p24"/>
              <p:cNvGrpSpPr/>
              <p:nvPr/>
            </p:nvGrpSpPr>
            <p:grpSpPr>
              <a:xfrm flipH="1" rot="5400000">
                <a:off x="6933401" y="2759016"/>
                <a:ext cx="2550619" cy="3872400"/>
                <a:chOff x="1857762" y="2762827"/>
                <a:chExt cx="2550619" cy="3872400"/>
              </a:xfrm>
            </p:grpSpPr>
            <p:cxnSp>
              <p:nvCxnSpPr>
                <p:cNvPr id="387" name="Google Shape;387;p24"/>
                <p:cNvCxnSpPr/>
                <p:nvPr/>
              </p:nvCxnSpPr>
              <p:spPr>
                <a:xfrm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88" name="Google Shape;388;p24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389" name="Google Shape;389;p24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accen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0" name="Google Shape;390;p24"/>
              <p:cNvGrpSpPr/>
              <p:nvPr/>
            </p:nvGrpSpPr>
            <p:grpSpPr>
              <a:xfrm rot="-5400000">
                <a:off x="8362764" y="67996"/>
                <a:ext cx="493321" cy="357312"/>
                <a:chOff x="1722354" y="229144"/>
                <a:chExt cx="1748743" cy="1266614"/>
              </a:xfrm>
            </p:grpSpPr>
            <p:sp>
              <p:nvSpPr>
                <p:cNvPr id="391" name="Google Shape;391;p24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b="b" l="l" r="r" t="t"/>
                  <a:pathLst>
                    <a:path extrusionOk="0" fill="none" h="2777" w="4864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2" name="Google Shape;392;p24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l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93" name="Google Shape;393;p24"/>
            <p:cNvGrpSpPr/>
            <p:nvPr/>
          </p:nvGrpSpPr>
          <p:grpSpPr>
            <a:xfrm rot="10800000">
              <a:off x="7090737" y="4224472"/>
              <a:ext cx="681217" cy="3360485"/>
              <a:chOff x="1337800" y="-2525590"/>
              <a:chExt cx="1498167" cy="7390555"/>
            </a:xfrm>
          </p:grpSpPr>
          <p:cxnSp>
            <p:nvCxnSpPr>
              <p:cNvPr id="394" name="Google Shape;394;p24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5" name="Google Shape;395;p24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96" name="Google Shape;396;p24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99" name="Google Shape;399;p25"/>
          <p:cNvGrpSpPr/>
          <p:nvPr/>
        </p:nvGrpSpPr>
        <p:grpSpPr>
          <a:xfrm>
            <a:off x="-918335" y="-1192757"/>
            <a:ext cx="9848841" cy="7993544"/>
            <a:chOff x="-918335" y="-1192756"/>
            <a:chExt cx="9848841" cy="7993544"/>
          </a:xfrm>
        </p:grpSpPr>
        <p:grpSp>
          <p:nvGrpSpPr>
            <p:cNvPr id="400" name="Google Shape;400;p25"/>
            <p:cNvGrpSpPr/>
            <p:nvPr/>
          </p:nvGrpSpPr>
          <p:grpSpPr>
            <a:xfrm flipH="1" rot="5400000">
              <a:off x="-385152" y="4070827"/>
              <a:ext cx="2196777" cy="3263144"/>
              <a:chOff x="308728" y="2619343"/>
              <a:chExt cx="2007289" cy="2981400"/>
            </a:xfrm>
          </p:grpSpPr>
          <p:cxnSp>
            <p:nvCxnSpPr>
              <p:cNvPr id="401" name="Google Shape;401;p25"/>
              <p:cNvCxnSpPr/>
              <p:nvPr/>
            </p:nvCxnSpPr>
            <p:spPr>
              <a:xfrm>
                <a:off x="308728" y="2619343"/>
                <a:ext cx="0" cy="2981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2" name="Google Shape;402;p25"/>
              <p:cNvCxnSpPr/>
              <p:nvPr/>
            </p:nvCxnSpPr>
            <p:spPr>
              <a:xfrm rot="-5400000">
                <a:off x="1795201" y="3757993"/>
                <a:ext cx="357300" cy="346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403" name="Google Shape;403;p25"/>
              <p:cNvSpPr/>
              <p:nvPr/>
            </p:nvSpPr>
            <p:spPr>
              <a:xfrm>
                <a:off x="2122592" y="3591337"/>
                <a:ext cx="193425" cy="191350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4" name="Google Shape;404;p25"/>
            <p:cNvGrpSpPr/>
            <p:nvPr/>
          </p:nvGrpSpPr>
          <p:grpSpPr>
            <a:xfrm>
              <a:off x="6549025" y="-95200"/>
              <a:ext cx="2381480" cy="750487"/>
              <a:chOff x="6549025" y="-95200"/>
              <a:chExt cx="2381480" cy="750487"/>
            </a:xfrm>
          </p:grpSpPr>
          <p:grpSp>
            <p:nvGrpSpPr>
              <p:cNvPr id="405" name="Google Shape;405;p25"/>
              <p:cNvGrpSpPr/>
              <p:nvPr/>
            </p:nvGrpSpPr>
            <p:grpSpPr>
              <a:xfrm rot="-5400000">
                <a:off x="8505189" y="229971"/>
                <a:ext cx="493321" cy="357312"/>
                <a:chOff x="1722354" y="229144"/>
                <a:chExt cx="1748743" cy="1266614"/>
              </a:xfrm>
            </p:grpSpPr>
            <p:sp>
              <p:nvSpPr>
                <p:cNvPr id="406" name="Google Shape;406;p25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b="b" l="l" r="r" t="t"/>
                  <a:pathLst>
                    <a:path extrusionOk="0" fill="none" h="2777" w="4864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cap="rnd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7" name="Google Shape;407;p25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accen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8" name="Google Shape;408;p25"/>
              <p:cNvSpPr/>
              <p:nvPr/>
            </p:nvSpPr>
            <p:spPr>
              <a:xfrm>
                <a:off x="6549025" y="-95200"/>
                <a:ext cx="2381475" cy="429625"/>
              </a:xfrm>
              <a:custGeom>
                <a:rect b="b" l="l" r="r" t="t"/>
                <a:pathLst>
                  <a:path extrusionOk="0" h="17185" w="95259">
                    <a:moveTo>
                      <a:pt x="0" y="2455"/>
                    </a:moveTo>
                    <a:lnTo>
                      <a:pt x="14731" y="17185"/>
                    </a:lnTo>
                    <a:lnTo>
                      <a:pt x="65552" y="17185"/>
                    </a:lnTo>
                    <a:lnTo>
                      <a:pt x="72303" y="10434"/>
                    </a:lnTo>
                    <a:lnTo>
                      <a:pt x="95259" y="10434"/>
                    </a:lnTo>
                    <a:lnTo>
                      <a:pt x="95259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sp>
        </p:grpSp>
        <p:grpSp>
          <p:nvGrpSpPr>
            <p:cNvPr id="409" name="Google Shape;409;p25"/>
            <p:cNvGrpSpPr/>
            <p:nvPr/>
          </p:nvGrpSpPr>
          <p:grpSpPr>
            <a:xfrm rot="5400000">
              <a:off x="6896426" y="-564435"/>
              <a:ext cx="1530153" cy="273510"/>
              <a:chOff x="-6675" y="2881558"/>
              <a:chExt cx="9140700" cy="2059567"/>
            </a:xfrm>
          </p:grpSpPr>
          <p:cxnSp>
            <p:nvCxnSpPr>
              <p:cNvPr id="410" name="Google Shape;410;p25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11" name="Google Shape;411;p25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12" name="Google Shape;412;p25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13" name="Google Shape;413;p25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14" name="Google Shape;414;p25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415" name="Google Shape;415;p25"/>
          <p:cNvGrpSpPr/>
          <p:nvPr/>
        </p:nvGrpSpPr>
        <p:grpSpPr>
          <a:xfrm>
            <a:off x="302565" y="1262597"/>
            <a:ext cx="9110252" cy="3563616"/>
            <a:chOff x="302565" y="1262597"/>
            <a:chExt cx="9110252" cy="3563616"/>
          </a:xfrm>
        </p:grpSpPr>
        <p:grpSp>
          <p:nvGrpSpPr>
            <p:cNvPr id="416" name="Google Shape;416;p25"/>
            <p:cNvGrpSpPr/>
            <p:nvPr/>
          </p:nvGrpSpPr>
          <p:grpSpPr>
            <a:xfrm rot="5400000">
              <a:off x="-153826" y="4122543"/>
              <a:ext cx="1160061" cy="247279"/>
              <a:chOff x="8000023" y="2164543"/>
              <a:chExt cx="1160061" cy="247279"/>
            </a:xfrm>
          </p:grpSpPr>
          <p:sp>
            <p:nvSpPr>
              <p:cNvPr id="417" name="Google Shape;417;p25"/>
              <p:cNvSpPr/>
              <p:nvPr/>
            </p:nvSpPr>
            <p:spPr>
              <a:xfrm rot="5400000">
                <a:off x="8215962" y="1948604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8" name="Google Shape;418;p25"/>
              <p:cNvSpPr/>
              <p:nvPr/>
            </p:nvSpPr>
            <p:spPr>
              <a:xfrm rot="-5400000">
                <a:off x="8708783" y="1960521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9" name="Google Shape;419;p25"/>
            <p:cNvGrpSpPr/>
            <p:nvPr/>
          </p:nvGrpSpPr>
          <p:grpSpPr>
            <a:xfrm>
              <a:off x="8578107" y="1262597"/>
              <a:ext cx="834710" cy="226937"/>
              <a:chOff x="8541257" y="2281497"/>
              <a:chExt cx="834710" cy="226937"/>
            </a:xfrm>
          </p:grpSpPr>
          <p:sp>
            <p:nvSpPr>
              <p:cNvPr id="420" name="Google Shape;420;p25"/>
              <p:cNvSpPr/>
              <p:nvPr/>
            </p:nvSpPr>
            <p:spPr>
              <a:xfrm rot="5400000">
                <a:off x="9116912" y="2249379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1" name="Google Shape;421;p25"/>
              <p:cNvSpPr/>
              <p:nvPr/>
            </p:nvSpPr>
            <p:spPr>
              <a:xfrm rot="-5400000">
                <a:off x="8917458" y="1905296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22" name="Google Shape;422;p25"/>
          <p:cNvGrpSpPr/>
          <p:nvPr/>
        </p:nvGrpSpPr>
        <p:grpSpPr>
          <a:xfrm>
            <a:off x="597187" y="977673"/>
            <a:ext cx="8723593" cy="3964768"/>
            <a:chOff x="597187" y="977673"/>
            <a:chExt cx="8723593" cy="3964768"/>
          </a:xfrm>
        </p:grpSpPr>
        <p:sp>
          <p:nvSpPr>
            <p:cNvPr id="423" name="Google Shape;423;p25"/>
            <p:cNvSpPr/>
            <p:nvPr/>
          </p:nvSpPr>
          <p:spPr>
            <a:xfrm rot="5400000">
              <a:off x="9080312" y="77726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25"/>
            <p:cNvSpPr/>
            <p:nvPr/>
          </p:nvSpPr>
          <p:spPr>
            <a:xfrm rot="10800000">
              <a:off x="597187" y="450156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5" name="Google Shape;425;p2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428" name="Google Shape;428;p26"/>
          <p:cNvGrpSpPr/>
          <p:nvPr/>
        </p:nvGrpSpPr>
        <p:grpSpPr>
          <a:xfrm>
            <a:off x="998300" y="1868336"/>
            <a:ext cx="7850818" cy="2922793"/>
            <a:chOff x="998300" y="1868336"/>
            <a:chExt cx="7850818" cy="2922793"/>
          </a:xfrm>
        </p:grpSpPr>
        <p:sp>
          <p:nvSpPr>
            <p:cNvPr id="429" name="Google Shape;429;p26"/>
            <p:cNvSpPr/>
            <p:nvPr/>
          </p:nvSpPr>
          <p:spPr>
            <a:xfrm rot="10800000">
              <a:off x="8809062" y="18683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26"/>
            <p:cNvSpPr/>
            <p:nvPr/>
          </p:nvSpPr>
          <p:spPr>
            <a:xfrm rot="5400000">
              <a:off x="1198712" y="455066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1" name="Google Shape;431;p26"/>
          <p:cNvGrpSpPr/>
          <p:nvPr/>
        </p:nvGrpSpPr>
        <p:grpSpPr>
          <a:xfrm>
            <a:off x="1588038" y="2433589"/>
            <a:ext cx="7438818" cy="2528056"/>
            <a:chOff x="1588038" y="2433589"/>
            <a:chExt cx="7438818" cy="2528056"/>
          </a:xfrm>
        </p:grpSpPr>
        <p:grpSp>
          <p:nvGrpSpPr>
            <p:cNvPr id="432" name="Google Shape;432;p26"/>
            <p:cNvGrpSpPr/>
            <p:nvPr/>
          </p:nvGrpSpPr>
          <p:grpSpPr>
            <a:xfrm>
              <a:off x="8849114" y="2433589"/>
              <a:ext cx="177741" cy="1555069"/>
              <a:chOff x="8535452" y="862252"/>
              <a:chExt cx="177741" cy="1555069"/>
            </a:xfrm>
          </p:grpSpPr>
          <p:sp>
            <p:nvSpPr>
              <p:cNvPr id="433" name="Google Shape;433;p26"/>
              <p:cNvSpPr/>
              <p:nvPr/>
            </p:nvSpPr>
            <p:spPr>
              <a:xfrm rot="10800000">
                <a:off x="8670077" y="8622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" name="Google Shape;434;p26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5" name="Google Shape;435;p26"/>
            <p:cNvGrpSpPr/>
            <p:nvPr/>
          </p:nvGrpSpPr>
          <p:grpSpPr>
            <a:xfrm rot="5400000">
              <a:off x="1804739" y="4491002"/>
              <a:ext cx="253941" cy="687344"/>
              <a:chOff x="8459252" y="1335702"/>
              <a:chExt cx="253941" cy="687344"/>
            </a:xfrm>
          </p:grpSpPr>
          <p:sp>
            <p:nvSpPr>
              <p:cNvPr id="436" name="Google Shape;436;p26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" name="Google Shape;437;p26"/>
              <p:cNvSpPr/>
              <p:nvPr/>
            </p:nvSpPr>
            <p:spPr>
              <a:xfrm rot="10800000">
                <a:off x="8459252" y="13357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38" name="Google Shape;438;p2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9" name="Google Shape;439;p26"/>
          <p:cNvGrpSpPr/>
          <p:nvPr/>
        </p:nvGrpSpPr>
        <p:grpSpPr>
          <a:xfrm>
            <a:off x="-1189524" y="-111325"/>
            <a:ext cx="10408499" cy="5362150"/>
            <a:chOff x="-1189524" y="-111325"/>
            <a:chExt cx="10408499" cy="5362150"/>
          </a:xfrm>
        </p:grpSpPr>
        <p:grpSp>
          <p:nvGrpSpPr>
            <p:cNvPr id="440" name="Google Shape;440;p26"/>
            <p:cNvGrpSpPr/>
            <p:nvPr/>
          </p:nvGrpSpPr>
          <p:grpSpPr>
            <a:xfrm>
              <a:off x="-1189524" y="-111325"/>
              <a:ext cx="10408499" cy="5362150"/>
              <a:chOff x="-1189524" y="-111325"/>
              <a:chExt cx="10408499" cy="5362150"/>
            </a:xfrm>
          </p:grpSpPr>
          <p:sp>
            <p:nvSpPr>
              <p:cNvPr id="441" name="Google Shape;441;p26"/>
              <p:cNvSpPr/>
              <p:nvPr/>
            </p:nvSpPr>
            <p:spPr>
              <a:xfrm>
                <a:off x="8138725" y="-111325"/>
                <a:ext cx="1080250" cy="3643550"/>
              </a:xfrm>
              <a:custGeom>
                <a:rect b="b" l="l" r="r" t="t"/>
                <a:pathLst>
                  <a:path extrusionOk="0" h="145742" w="43210">
                    <a:moveTo>
                      <a:pt x="43210" y="145742"/>
                    </a:moveTo>
                    <a:lnTo>
                      <a:pt x="19027" y="121559"/>
                    </a:lnTo>
                    <a:lnTo>
                      <a:pt x="19027" y="73316"/>
                    </a:lnTo>
                    <a:lnTo>
                      <a:pt x="29523" y="62820"/>
                    </a:lnTo>
                    <a:lnTo>
                      <a:pt x="29523" y="27405"/>
                    </a:lnTo>
                    <a:lnTo>
                      <a:pt x="2117" y="0"/>
                    </a:lnTo>
                    <a:lnTo>
                      <a:pt x="0" y="2117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sp>
          <p:sp>
            <p:nvSpPr>
              <p:cNvPr id="442" name="Google Shape;442;p26"/>
              <p:cNvSpPr/>
              <p:nvPr/>
            </p:nvSpPr>
            <p:spPr>
              <a:xfrm>
                <a:off x="340625" y="2654525"/>
                <a:ext cx="340625" cy="2596300"/>
              </a:xfrm>
              <a:custGeom>
                <a:rect b="b" l="l" r="r" t="t"/>
                <a:pathLst>
                  <a:path extrusionOk="0" h="103852" w="13625">
                    <a:moveTo>
                      <a:pt x="13625" y="103852"/>
                    </a:moveTo>
                    <a:lnTo>
                      <a:pt x="13625" y="82738"/>
                    </a:lnTo>
                    <a:lnTo>
                      <a:pt x="0" y="69112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sp>
          <p:grpSp>
            <p:nvGrpSpPr>
              <p:cNvPr id="443" name="Google Shape;443;p26"/>
              <p:cNvGrpSpPr/>
              <p:nvPr/>
            </p:nvGrpSpPr>
            <p:grpSpPr>
              <a:xfrm>
                <a:off x="-1189524" y="3454365"/>
                <a:ext cx="1530153" cy="273510"/>
                <a:chOff x="-6675" y="2881558"/>
                <a:chExt cx="9140700" cy="2059567"/>
              </a:xfrm>
            </p:grpSpPr>
            <p:cxnSp>
              <p:nvCxnSpPr>
                <p:cNvPr id="444" name="Google Shape;444;p26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45" name="Google Shape;445;p26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46" name="Google Shape;446;p26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47" name="Google Shape;447;p26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48" name="Google Shape;448;p26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449" name="Google Shape;449;p26"/>
            <p:cNvGrpSpPr/>
            <p:nvPr/>
          </p:nvGrpSpPr>
          <p:grpSpPr>
            <a:xfrm rot="5400000">
              <a:off x="2331732" y="4765921"/>
              <a:ext cx="493321" cy="357312"/>
              <a:chOff x="1722354" y="229144"/>
              <a:chExt cx="1748743" cy="1266614"/>
            </a:xfrm>
          </p:grpSpPr>
          <p:sp>
            <p:nvSpPr>
              <p:cNvPr id="450" name="Google Shape;450;p26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1" name="Google Shape;451;p26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454" name="Google Shape;454;p27"/>
          <p:cNvGrpSpPr/>
          <p:nvPr/>
        </p:nvGrpSpPr>
        <p:grpSpPr>
          <a:xfrm>
            <a:off x="-116589" y="2639527"/>
            <a:ext cx="8996157" cy="1843388"/>
            <a:chOff x="-116589" y="2639527"/>
            <a:chExt cx="8996157" cy="1843388"/>
          </a:xfrm>
        </p:grpSpPr>
        <p:sp>
          <p:nvSpPr>
            <p:cNvPr id="455" name="Google Shape;455;p27"/>
            <p:cNvSpPr/>
            <p:nvPr/>
          </p:nvSpPr>
          <p:spPr>
            <a:xfrm flipH="1" rot="-5400000">
              <a:off x="399500" y="4223860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27"/>
            <p:cNvSpPr/>
            <p:nvPr/>
          </p:nvSpPr>
          <p:spPr>
            <a:xfrm flipH="1" rot="-5400000">
              <a:off x="99350" y="4050135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7" name="Google Shape;457;p27"/>
            <p:cNvGrpSpPr/>
            <p:nvPr/>
          </p:nvGrpSpPr>
          <p:grpSpPr>
            <a:xfrm flipH="1" rot="10800000">
              <a:off x="8672677" y="2639527"/>
              <a:ext cx="206891" cy="766144"/>
              <a:chOff x="8650702" y="3525402"/>
              <a:chExt cx="206891" cy="766144"/>
            </a:xfrm>
          </p:grpSpPr>
          <p:sp>
            <p:nvSpPr>
              <p:cNvPr id="458" name="Google Shape;458;p27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" name="Google Shape;459;p27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60" name="Google Shape;460;p27"/>
          <p:cNvGrpSpPr/>
          <p:nvPr/>
        </p:nvGrpSpPr>
        <p:grpSpPr>
          <a:xfrm>
            <a:off x="2729174" y="3358511"/>
            <a:ext cx="6150396" cy="1485586"/>
            <a:chOff x="2729174" y="3358511"/>
            <a:chExt cx="6150396" cy="1485586"/>
          </a:xfrm>
        </p:grpSpPr>
        <p:sp>
          <p:nvSpPr>
            <p:cNvPr id="461" name="Google Shape;461;p27"/>
            <p:cNvSpPr/>
            <p:nvPr/>
          </p:nvSpPr>
          <p:spPr>
            <a:xfrm flipH="1" rot="5400000">
              <a:off x="2929586" y="4603629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27"/>
            <p:cNvSpPr/>
            <p:nvPr/>
          </p:nvSpPr>
          <p:spPr>
            <a:xfrm flipH="1" rot="10800000">
              <a:off x="8839514" y="335851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3" name="Google Shape;463;p27"/>
          <p:cNvGrpSpPr/>
          <p:nvPr/>
        </p:nvGrpSpPr>
        <p:grpSpPr>
          <a:xfrm>
            <a:off x="-1381309" y="-1875175"/>
            <a:ext cx="10981145" cy="7138446"/>
            <a:chOff x="-1381309" y="-1875175"/>
            <a:chExt cx="10981145" cy="7138446"/>
          </a:xfrm>
        </p:grpSpPr>
        <p:sp>
          <p:nvSpPr>
            <p:cNvPr id="464" name="Google Shape;464;p27"/>
            <p:cNvSpPr/>
            <p:nvPr/>
          </p:nvSpPr>
          <p:spPr>
            <a:xfrm flipH="1" rot="10800000">
              <a:off x="-1381309" y="4693337"/>
              <a:ext cx="3801167" cy="569934"/>
            </a:xfrm>
            <a:custGeom>
              <a:rect b="b" l="l" r="r" t="t"/>
              <a:pathLst>
                <a:path extrusionOk="0" h="19530" w="130255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465" name="Google Shape;465;p27"/>
            <p:cNvGrpSpPr/>
            <p:nvPr/>
          </p:nvGrpSpPr>
          <p:grpSpPr>
            <a:xfrm>
              <a:off x="8229051" y="-1875175"/>
              <a:ext cx="1370785" cy="4060575"/>
              <a:chOff x="8229051" y="-1875175"/>
              <a:chExt cx="1370785" cy="4060575"/>
            </a:xfrm>
          </p:grpSpPr>
          <p:grpSp>
            <p:nvGrpSpPr>
              <p:cNvPr id="466" name="Google Shape;466;p27"/>
              <p:cNvGrpSpPr/>
              <p:nvPr/>
            </p:nvGrpSpPr>
            <p:grpSpPr>
              <a:xfrm>
                <a:off x="8229051" y="-1875175"/>
                <a:ext cx="914953" cy="4060575"/>
                <a:chOff x="8229051" y="-1875175"/>
                <a:chExt cx="914953" cy="4060575"/>
              </a:xfrm>
            </p:grpSpPr>
            <p:grpSp>
              <p:nvGrpSpPr>
                <p:cNvPr id="467" name="Google Shape;467;p27"/>
                <p:cNvGrpSpPr/>
                <p:nvPr/>
              </p:nvGrpSpPr>
              <p:grpSpPr>
                <a:xfrm rot="-5400000">
                  <a:off x="8480363" y="1760083"/>
                  <a:ext cx="493321" cy="357312"/>
                  <a:chOff x="1722354" y="229144"/>
                  <a:chExt cx="1748743" cy="1266614"/>
                </a:xfrm>
              </p:grpSpPr>
              <p:sp>
                <p:nvSpPr>
                  <p:cNvPr id="468" name="Google Shape;468;p27"/>
                  <p:cNvSpPr/>
                  <p:nvPr/>
                </p:nvSpPr>
                <p:spPr>
                  <a:xfrm rot="10800000">
                    <a:off x="2239107" y="792406"/>
                    <a:ext cx="1231990" cy="703352"/>
                  </a:xfrm>
                  <a:custGeom>
                    <a:rect b="b" l="l" r="r" t="t"/>
                    <a:pathLst>
                      <a:path extrusionOk="0" fill="none" h="2777" w="4864">
                        <a:moveTo>
                          <a:pt x="4863" y="2776"/>
                        </a:moveTo>
                        <a:lnTo>
                          <a:pt x="2051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cap="rnd" cmpd="sng" w="9525">
                    <a:solidFill>
                      <a:schemeClr val="l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9" name="Google Shape;469;p27"/>
                  <p:cNvSpPr/>
                  <p:nvPr/>
                </p:nvSpPr>
                <p:spPr>
                  <a:xfrm rot="10800000">
                    <a:off x="1722354" y="229144"/>
                    <a:ext cx="627506" cy="620727"/>
                  </a:xfrm>
                  <a:custGeom>
                    <a:rect b="b" l="l" r="r" t="t"/>
                    <a:pathLst>
                      <a:path extrusionOk="0" fill="none" h="2719" w="2748">
                        <a:moveTo>
                          <a:pt x="2748" y="1363"/>
                        </a:moveTo>
                        <a:cubicBezTo>
                          <a:pt x="2748" y="2117"/>
                          <a:pt x="2117" y="2718"/>
                          <a:pt x="1392" y="2718"/>
                        </a:cubicBezTo>
                        <a:cubicBezTo>
                          <a:pt x="638" y="2718"/>
                          <a:pt x="1" y="2117"/>
                          <a:pt x="1" y="1363"/>
                        </a:cubicBezTo>
                        <a:cubicBezTo>
                          <a:pt x="1" y="609"/>
                          <a:pt x="638" y="0"/>
                          <a:pt x="1392" y="0"/>
                        </a:cubicBezTo>
                        <a:cubicBezTo>
                          <a:pt x="2117" y="0"/>
                          <a:pt x="2748" y="609"/>
                          <a:pt x="2748" y="1363"/>
                        </a:cubicBezTo>
                        <a:close/>
                      </a:path>
                    </a:pathLst>
                  </a:custGeom>
                  <a:noFill/>
                  <a:ln cap="flat" cmpd="sng" w="9525">
                    <a:solidFill>
                      <a:schemeClr val="lt1"/>
                    </a:solidFill>
                    <a:prstDash val="solid"/>
                    <a:miter lim="724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470" name="Google Shape;470;p27"/>
                <p:cNvSpPr/>
                <p:nvPr/>
              </p:nvSpPr>
              <p:spPr>
                <a:xfrm>
                  <a:off x="8229051" y="-1875175"/>
                  <a:ext cx="914953" cy="3799205"/>
                </a:xfrm>
                <a:custGeom>
                  <a:rect b="b" l="l" r="r" t="t"/>
                  <a:pathLst>
                    <a:path extrusionOk="0" h="96592" w="23262">
                      <a:moveTo>
                        <a:pt x="0" y="0"/>
                      </a:moveTo>
                      <a:lnTo>
                        <a:pt x="18318" y="18318"/>
                      </a:lnTo>
                      <a:lnTo>
                        <a:pt x="18318" y="58471"/>
                      </a:lnTo>
                      <a:lnTo>
                        <a:pt x="10373" y="66417"/>
                      </a:lnTo>
                      <a:lnTo>
                        <a:pt x="10373" y="83703"/>
                      </a:lnTo>
                      <a:lnTo>
                        <a:pt x="23262" y="96592"/>
                      </a:lnTo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sp>
          </p:grpSp>
          <p:grpSp>
            <p:nvGrpSpPr>
              <p:cNvPr id="471" name="Google Shape;471;p27"/>
              <p:cNvGrpSpPr/>
              <p:nvPr/>
            </p:nvGrpSpPr>
            <p:grpSpPr>
              <a:xfrm rot="10800000">
                <a:off x="8634578" y="861419"/>
                <a:ext cx="965258" cy="273510"/>
                <a:chOff x="-6675" y="2881558"/>
                <a:chExt cx="9140700" cy="2059567"/>
              </a:xfrm>
            </p:grpSpPr>
            <p:cxnSp>
              <p:nvCxnSpPr>
                <p:cNvPr id="472" name="Google Shape;472;p27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73" name="Google Shape;473;p27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74" name="Google Shape;474;p27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75" name="Google Shape;475;p27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76" name="Google Shape;476;p27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</p:grpSp>
      <p:sp>
        <p:nvSpPr>
          <p:cNvPr id="477" name="Google Shape;477;p27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8"/>
          <p:cNvSpPr txBox="1"/>
          <p:nvPr>
            <p:ph type="title"/>
          </p:nvPr>
        </p:nvSpPr>
        <p:spPr>
          <a:xfrm>
            <a:off x="1098475" y="834600"/>
            <a:ext cx="4448100" cy="97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80" name="Google Shape;480;p28"/>
          <p:cNvSpPr txBox="1"/>
          <p:nvPr>
            <p:ph idx="1" type="subTitle"/>
          </p:nvPr>
        </p:nvSpPr>
        <p:spPr>
          <a:xfrm>
            <a:off x="1098425" y="1805100"/>
            <a:ext cx="44481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81" name="Google Shape;481;p28"/>
          <p:cNvSpPr txBox="1"/>
          <p:nvPr/>
        </p:nvSpPr>
        <p:spPr>
          <a:xfrm>
            <a:off x="1098425" y="34595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CREDITS:</a:t>
            </a:r>
            <a:r>
              <a:rPr b="0" i="0" lang="en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This presentation template was created by </a:t>
            </a:r>
            <a:r>
              <a:rPr b="1" i="0" lang="en" sz="1200" u="sng" cap="none" strike="noStrike">
                <a:solidFill>
                  <a:schemeClr val="hlink"/>
                </a:solidFill>
                <a:latin typeface="Hanken Grotesk"/>
                <a:ea typeface="Hanken Grotesk"/>
                <a:cs typeface="Hanken Grotesk"/>
                <a:sym typeface="Hanken Grotesk"/>
                <a:hlinkClick r:id="rId2"/>
              </a:rPr>
              <a:t>Slidesgo</a:t>
            </a:r>
            <a:r>
              <a:rPr b="0" i="0" lang="en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includes icons by </a:t>
            </a:r>
            <a:r>
              <a:rPr b="1" i="0" lang="en" sz="1200" u="sng" cap="none" strike="noStrike">
                <a:solidFill>
                  <a:schemeClr val="hlink"/>
                </a:solidFill>
                <a:latin typeface="Hanken Grotesk"/>
                <a:ea typeface="Hanken Grotesk"/>
                <a:cs typeface="Hanken Grotesk"/>
                <a:sym typeface="Hanken Grotesk"/>
                <a:hlinkClick r:id="rId3"/>
              </a:rPr>
              <a:t>Flaticon</a:t>
            </a:r>
            <a:r>
              <a:rPr b="0" i="0" lang="en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infographics &amp; images by </a:t>
            </a:r>
            <a:r>
              <a:rPr b="1" i="0" lang="en" sz="1200" u="sng" cap="none" strike="noStrike">
                <a:solidFill>
                  <a:schemeClr val="hlink"/>
                </a:solidFill>
                <a:latin typeface="Hanken Grotesk"/>
                <a:ea typeface="Hanken Grotesk"/>
                <a:cs typeface="Hanken Grotesk"/>
                <a:sym typeface="Hanken Grotesk"/>
                <a:hlinkClick r:id="rId4"/>
              </a:rPr>
              <a:t>Freepik</a:t>
            </a:r>
            <a:r>
              <a:rPr b="0" i="0" lang="en" sz="1200" u="sng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1" i="0" sz="1200" u="sng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82" name="Google Shape;482;p28"/>
          <p:cNvSpPr/>
          <p:nvPr/>
        </p:nvSpPr>
        <p:spPr>
          <a:xfrm rot="5400000">
            <a:off x="8249111" y="175373"/>
            <a:ext cx="40056" cy="440880"/>
          </a:xfrm>
          <a:custGeom>
            <a:rect b="b" l="l" r="r" t="t"/>
            <a:pathLst>
              <a:path extrusionOk="0" h="12620" w="1146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3" name="Google Shape;483;p28"/>
          <p:cNvGrpSpPr/>
          <p:nvPr/>
        </p:nvGrpSpPr>
        <p:grpSpPr>
          <a:xfrm>
            <a:off x="-563925" y="0"/>
            <a:ext cx="7843827" cy="1111343"/>
            <a:chOff x="-563925" y="0"/>
            <a:chExt cx="7843827" cy="1111343"/>
          </a:xfrm>
        </p:grpSpPr>
        <p:grpSp>
          <p:nvGrpSpPr>
            <p:cNvPr id="484" name="Google Shape;484;p28"/>
            <p:cNvGrpSpPr/>
            <p:nvPr/>
          </p:nvGrpSpPr>
          <p:grpSpPr>
            <a:xfrm rot="5400000">
              <a:off x="6576233" y="-80606"/>
              <a:ext cx="247278" cy="1160061"/>
              <a:chOff x="1463894" y="1434556"/>
              <a:chExt cx="247278" cy="1160061"/>
            </a:xfrm>
          </p:grpSpPr>
          <p:sp>
            <p:nvSpPr>
              <p:cNvPr id="485" name="Google Shape;485;p28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6" name="Google Shape;486;p28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7" name="Google Shape;487;p28"/>
            <p:cNvGrpSpPr/>
            <p:nvPr/>
          </p:nvGrpSpPr>
          <p:grpSpPr>
            <a:xfrm>
              <a:off x="-563925" y="0"/>
              <a:ext cx="1111343" cy="1111343"/>
              <a:chOff x="8307725" y="278700"/>
              <a:chExt cx="1111343" cy="1111343"/>
            </a:xfrm>
          </p:grpSpPr>
          <p:sp>
            <p:nvSpPr>
              <p:cNvPr id="488" name="Google Shape;488;p28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b="b" l="l" r="r" t="t"/>
                <a:pathLst>
                  <a:path extrusionOk="0" fill="none" h="17396" w="17396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9" name="Google Shape;489;p28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b="b" l="l" r="r" t="t"/>
                <a:pathLst>
                  <a:path extrusionOk="0" fill="none" h="11931" w="1196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2"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92" name="Google Shape;492;p29"/>
          <p:cNvSpPr txBox="1"/>
          <p:nvPr>
            <p:ph idx="1" type="subTitle"/>
          </p:nvPr>
        </p:nvSpPr>
        <p:spPr>
          <a:xfrm>
            <a:off x="720000" y="1067776"/>
            <a:ext cx="7704000" cy="8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grpSp>
        <p:nvGrpSpPr>
          <p:cNvPr id="493" name="Google Shape;493;p29"/>
          <p:cNvGrpSpPr/>
          <p:nvPr/>
        </p:nvGrpSpPr>
        <p:grpSpPr>
          <a:xfrm>
            <a:off x="248963" y="1017730"/>
            <a:ext cx="8980468" cy="3860779"/>
            <a:chOff x="248963" y="1017730"/>
            <a:chExt cx="8980468" cy="3860779"/>
          </a:xfrm>
        </p:grpSpPr>
        <p:sp>
          <p:nvSpPr>
            <p:cNvPr id="494" name="Google Shape;494;p29"/>
            <p:cNvSpPr/>
            <p:nvPr/>
          </p:nvSpPr>
          <p:spPr>
            <a:xfrm>
              <a:off x="422688" y="1317880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29"/>
            <p:cNvSpPr/>
            <p:nvPr/>
          </p:nvSpPr>
          <p:spPr>
            <a:xfrm>
              <a:off x="248963" y="1017730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96" name="Google Shape;496;p29"/>
            <p:cNvGrpSpPr/>
            <p:nvPr/>
          </p:nvGrpSpPr>
          <p:grpSpPr>
            <a:xfrm rot="-5400000">
              <a:off x="8742913" y="4391992"/>
              <a:ext cx="206891" cy="766144"/>
              <a:chOff x="8650702" y="3525402"/>
              <a:chExt cx="206891" cy="766144"/>
            </a:xfrm>
          </p:grpSpPr>
          <p:sp>
            <p:nvSpPr>
              <p:cNvPr id="497" name="Google Shape;497;p29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8" name="Google Shape;498;p29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99" name="Google Shape;499;p29"/>
          <p:cNvGrpSpPr/>
          <p:nvPr/>
        </p:nvGrpSpPr>
        <p:grpSpPr>
          <a:xfrm>
            <a:off x="250498" y="1721188"/>
            <a:ext cx="8259949" cy="2990485"/>
            <a:chOff x="250498" y="1721188"/>
            <a:chExt cx="8259949" cy="2990485"/>
          </a:xfrm>
        </p:grpSpPr>
        <p:sp>
          <p:nvSpPr>
            <p:cNvPr id="500" name="Google Shape;500;p29"/>
            <p:cNvSpPr/>
            <p:nvPr/>
          </p:nvSpPr>
          <p:spPr>
            <a:xfrm rot="10800000">
              <a:off x="250498" y="1721188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29"/>
            <p:cNvSpPr/>
            <p:nvPr/>
          </p:nvSpPr>
          <p:spPr>
            <a:xfrm rot="-5400000">
              <a:off x="8269979" y="4471205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2" name="Google Shape;502;p29"/>
          <p:cNvGrpSpPr/>
          <p:nvPr/>
        </p:nvGrpSpPr>
        <p:grpSpPr>
          <a:xfrm>
            <a:off x="-2218609" y="-174950"/>
            <a:ext cx="12004520" cy="8522877"/>
            <a:chOff x="-2218609" y="-174950"/>
            <a:chExt cx="12004520" cy="8522877"/>
          </a:xfrm>
        </p:grpSpPr>
        <p:sp>
          <p:nvSpPr>
            <p:cNvPr id="503" name="Google Shape;503;p29"/>
            <p:cNvSpPr/>
            <p:nvPr/>
          </p:nvSpPr>
          <p:spPr>
            <a:xfrm>
              <a:off x="-2218609" y="-174950"/>
              <a:ext cx="3801167" cy="569934"/>
            </a:xfrm>
            <a:custGeom>
              <a:rect b="b" l="l" r="r" t="t"/>
              <a:pathLst>
                <a:path extrusionOk="0" h="19530" w="130255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504" name="Google Shape;504;p29"/>
            <p:cNvGrpSpPr/>
            <p:nvPr/>
          </p:nvGrpSpPr>
          <p:grpSpPr>
            <a:xfrm flipH="1" rot="-5400000">
              <a:off x="7449713" y="4739627"/>
              <a:ext cx="493321" cy="357312"/>
              <a:chOff x="1722354" y="229144"/>
              <a:chExt cx="1748743" cy="1266614"/>
            </a:xfrm>
          </p:grpSpPr>
          <p:sp>
            <p:nvSpPr>
              <p:cNvPr id="505" name="Google Shape;505;p29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6" name="Google Shape;506;p29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7" name="Google Shape;507;p29"/>
            <p:cNvSpPr/>
            <p:nvPr/>
          </p:nvSpPr>
          <p:spPr>
            <a:xfrm flipH="1" rot="10800000">
              <a:off x="8147148" y="2028637"/>
              <a:ext cx="1521858" cy="6319290"/>
            </a:xfrm>
            <a:custGeom>
              <a:rect b="b" l="l" r="r" t="t"/>
              <a:pathLst>
                <a:path extrusionOk="0" h="96592" w="23262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508" name="Google Shape;508;p29"/>
            <p:cNvGrpSpPr/>
            <p:nvPr/>
          </p:nvGrpSpPr>
          <p:grpSpPr>
            <a:xfrm flipH="1">
              <a:off x="8820653" y="3237867"/>
              <a:ext cx="965258" cy="273510"/>
              <a:chOff x="-6675" y="2881558"/>
              <a:chExt cx="9140700" cy="2059567"/>
            </a:xfrm>
          </p:grpSpPr>
          <p:cxnSp>
            <p:nvCxnSpPr>
              <p:cNvPr id="509" name="Google Shape;509;p2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0" name="Google Shape;510;p2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1" name="Google Shape;511;p2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2" name="Google Shape;512;p2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3" name="Google Shape;513;p2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514" name="Google Shape;514;p29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2_1"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17" name="Google Shape;517;p30"/>
          <p:cNvSpPr txBox="1"/>
          <p:nvPr>
            <p:ph idx="1" type="subTitle"/>
          </p:nvPr>
        </p:nvSpPr>
        <p:spPr>
          <a:xfrm>
            <a:off x="720000" y="1150950"/>
            <a:ext cx="7704000" cy="29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518" name="Google Shape;518;p30"/>
          <p:cNvGrpSpPr/>
          <p:nvPr/>
        </p:nvGrpSpPr>
        <p:grpSpPr>
          <a:xfrm>
            <a:off x="8393651" y="-1627766"/>
            <a:ext cx="614899" cy="2881846"/>
            <a:chOff x="1337784" y="-2525559"/>
            <a:chExt cx="1352318" cy="6337908"/>
          </a:xfrm>
        </p:grpSpPr>
        <p:cxnSp>
          <p:nvCxnSpPr>
            <p:cNvPr id="519" name="Google Shape;519;p30"/>
            <p:cNvCxnSpPr/>
            <p:nvPr/>
          </p:nvCxnSpPr>
          <p:spPr>
            <a:xfrm rot="10800000">
              <a:off x="1337784" y="-2525559"/>
              <a:ext cx="0" cy="49905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20" name="Google Shape;520;p30"/>
            <p:cNvCxnSpPr/>
            <p:nvPr/>
          </p:nvCxnSpPr>
          <p:spPr>
            <a:xfrm>
              <a:off x="1337784" y="2466654"/>
              <a:ext cx="984900" cy="9702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21" name="Google Shape;521;p30"/>
            <p:cNvSpPr/>
            <p:nvPr/>
          </p:nvSpPr>
          <p:spPr>
            <a:xfrm rot="5400000">
              <a:off x="2266990" y="3389237"/>
              <a:ext cx="425397" cy="420826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2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2" name="Google Shape;522;p30"/>
          <p:cNvGrpSpPr/>
          <p:nvPr/>
        </p:nvGrpSpPr>
        <p:grpSpPr>
          <a:xfrm>
            <a:off x="6485555" y="4129788"/>
            <a:ext cx="269696" cy="1209439"/>
            <a:chOff x="6933883" y="3613321"/>
            <a:chExt cx="269696" cy="1209439"/>
          </a:xfrm>
        </p:grpSpPr>
        <p:sp>
          <p:nvSpPr>
            <p:cNvPr id="523" name="Google Shape;523;p30"/>
            <p:cNvSpPr/>
            <p:nvPr/>
          </p:nvSpPr>
          <p:spPr>
            <a:xfrm rot="10800000">
              <a:off x="7160463" y="4347766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30"/>
            <p:cNvSpPr/>
            <p:nvPr/>
          </p:nvSpPr>
          <p:spPr>
            <a:xfrm rot="10800000">
              <a:off x="6933883" y="3613321"/>
              <a:ext cx="75100" cy="827502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5" name="Google Shape;525;p30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1"/>
          <p:cNvSpPr txBox="1"/>
          <p:nvPr>
            <p:ph type="title"/>
          </p:nvPr>
        </p:nvSpPr>
        <p:spPr>
          <a:xfrm>
            <a:off x="2317950" y="1307100"/>
            <a:ext cx="4508100" cy="18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528" name="Google Shape;528;p31"/>
          <p:cNvGrpSpPr/>
          <p:nvPr/>
        </p:nvGrpSpPr>
        <p:grpSpPr>
          <a:xfrm rot="10800000">
            <a:off x="7395131" y="2150405"/>
            <a:ext cx="2855469" cy="3872400"/>
            <a:chOff x="1857762" y="2762827"/>
            <a:chExt cx="2855469" cy="3872400"/>
          </a:xfrm>
        </p:grpSpPr>
        <p:cxnSp>
          <p:nvCxnSpPr>
            <p:cNvPr id="529" name="Google Shape;529;p31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0" name="Google Shape;530;p31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31" name="Google Shape;531;p31"/>
            <p:cNvSpPr/>
            <p:nvPr/>
          </p:nvSpPr>
          <p:spPr>
            <a:xfrm>
              <a:off x="4519806" y="3775205"/>
              <a:ext cx="193425" cy="191350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2" name="Google Shape;532;p31"/>
          <p:cNvGrpSpPr/>
          <p:nvPr/>
        </p:nvGrpSpPr>
        <p:grpSpPr>
          <a:xfrm>
            <a:off x="527082" y="3400311"/>
            <a:ext cx="8344568" cy="1243755"/>
            <a:chOff x="527082" y="3400311"/>
            <a:chExt cx="8344568" cy="1243755"/>
          </a:xfrm>
        </p:grpSpPr>
        <p:sp>
          <p:nvSpPr>
            <p:cNvPr id="533" name="Google Shape;533;p31"/>
            <p:cNvSpPr/>
            <p:nvPr/>
          </p:nvSpPr>
          <p:spPr>
            <a:xfrm flipH="1">
              <a:off x="527082" y="340031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31"/>
            <p:cNvSpPr/>
            <p:nvPr/>
          </p:nvSpPr>
          <p:spPr>
            <a:xfrm flipH="1" rot="5400000">
              <a:off x="8631182" y="4403598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5" name="Google Shape;535;p31"/>
          <p:cNvGrpSpPr/>
          <p:nvPr/>
        </p:nvGrpSpPr>
        <p:grpSpPr>
          <a:xfrm>
            <a:off x="-3151463" y="-3408102"/>
            <a:ext cx="11831667" cy="9065208"/>
            <a:chOff x="-3151463" y="-3408102"/>
            <a:chExt cx="11831667" cy="9065208"/>
          </a:xfrm>
        </p:grpSpPr>
        <p:grpSp>
          <p:nvGrpSpPr>
            <p:cNvPr id="536" name="Google Shape;536;p31"/>
            <p:cNvGrpSpPr/>
            <p:nvPr/>
          </p:nvGrpSpPr>
          <p:grpSpPr>
            <a:xfrm flipH="1" rot="10800000">
              <a:off x="309699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537" name="Google Shape;537;p31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8" name="Google Shape;538;p31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539" name="Google Shape;539;p31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40" name="Google Shape;540;p31"/>
            <p:cNvGrpSpPr/>
            <p:nvPr/>
          </p:nvGrpSpPr>
          <p:grpSpPr>
            <a:xfrm flipH="1">
              <a:off x="7998987" y="-1945430"/>
              <a:ext cx="681217" cy="3360485"/>
              <a:chOff x="1337800" y="-2525590"/>
              <a:chExt cx="1498167" cy="7390555"/>
            </a:xfrm>
          </p:grpSpPr>
          <p:cxnSp>
            <p:nvCxnSpPr>
              <p:cNvPr id="541" name="Google Shape;541;p31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2" name="Google Shape;542;p31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543" name="Google Shape;543;p31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44" name="Google Shape;544;p31"/>
            <p:cNvGrpSpPr/>
            <p:nvPr/>
          </p:nvGrpSpPr>
          <p:grpSpPr>
            <a:xfrm flipH="1" rot="-5400000">
              <a:off x="-12066" y="-1786200"/>
              <a:ext cx="3859204" cy="615399"/>
              <a:chOff x="-6675" y="307100"/>
              <a:chExt cx="9140700" cy="4634025"/>
            </a:xfrm>
          </p:grpSpPr>
          <p:cxnSp>
            <p:nvCxnSpPr>
              <p:cNvPr id="545" name="Google Shape;545;p31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6" name="Google Shape;546;p31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7" name="Google Shape;547;p31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8" name="Google Shape;548;p31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9" name="Google Shape;549;p31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0" name="Google Shape;550;p31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1" name="Google Shape;551;p31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2" name="Google Shape;552;p31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3" name="Google Shape;553;p31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4" name="Google Shape;554;p31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555" name="Google Shape;555;p31"/>
            <p:cNvSpPr/>
            <p:nvPr/>
          </p:nvSpPr>
          <p:spPr>
            <a:xfrm flipH="1">
              <a:off x="-3151463" y="451100"/>
              <a:ext cx="6471825" cy="764225"/>
            </a:xfrm>
            <a:custGeom>
              <a:rect b="b" l="l" r="r" t="t"/>
              <a:pathLst>
                <a:path extrusionOk="0" h="30569" w="258873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</p:grpSp>
      <p:grpSp>
        <p:nvGrpSpPr>
          <p:cNvPr id="556" name="Google Shape;556;p31"/>
          <p:cNvGrpSpPr/>
          <p:nvPr/>
        </p:nvGrpSpPr>
        <p:grpSpPr>
          <a:xfrm>
            <a:off x="547096" y="974375"/>
            <a:ext cx="9244447" cy="3848385"/>
            <a:chOff x="547096" y="974375"/>
            <a:chExt cx="9244447" cy="3848385"/>
          </a:xfrm>
        </p:grpSpPr>
        <p:grpSp>
          <p:nvGrpSpPr>
            <p:cNvPr id="557" name="Google Shape;557;p31"/>
            <p:cNvGrpSpPr/>
            <p:nvPr/>
          </p:nvGrpSpPr>
          <p:grpSpPr>
            <a:xfrm>
              <a:off x="547096" y="3571493"/>
              <a:ext cx="9010768" cy="1251267"/>
              <a:chOff x="547096" y="3571493"/>
              <a:chExt cx="9010768" cy="1251267"/>
            </a:xfrm>
          </p:grpSpPr>
          <p:grpSp>
            <p:nvGrpSpPr>
              <p:cNvPr id="558" name="Google Shape;558;p31"/>
              <p:cNvGrpSpPr/>
              <p:nvPr/>
            </p:nvGrpSpPr>
            <p:grpSpPr>
              <a:xfrm>
                <a:off x="547096" y="3613321"/>
                <a:ext cx="269695" cy="1209439"/>
                <a:chOff x="803996" y="3613321"/>
                <a:chExt cx="269695" cy="1209439"/>
              </a:xfrm>
            </p:grpSpPr>
            <p:sp>
              <p:nvSpPr>
                <p:cNvPr id="559" name="Google Shape;559;p31"/>
                <p:cNvSpPr/>
                <p:nvPr/>
              </p:nvSpPr>
              <p:spPr>
                <a:xfrm flipH="1" rot="10800000">
                  <a:off x="803996" y="4347766"/>
                  <a:ext cx="43116" cy="474994"/>
                </a:xfrm>
                <a:custGeom>
                  <a:rect b="b" l="l" r="r" t="t"/>
                  <a:pathLst>
                    <a:path extrusionOk="0" fill="none" h="8307" w="754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l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0" name="Google Shape;560;p31"/>
                <p:cNvSpPr/>
                <p:nvPr/>
              </p:nvSpPr>
              <p:spPr>
                <a:xfrm flipH="1" rot="10800000">
                  <a:off x="998591" y="3613321"/>
                  <a:ext cx="75100" cy="827502"/>
                </a:xfrm>
                <a:custGeom>
                  <a:rect b="b" l="l" r="r" t="t"/>
                  <a:pathLst>
                    <a:path extrusionOk="0" fill="none" h="8307" w="754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61" name="Google Shape;561;p31"/>
              <p:cNvGrpSpPr/>
              <p:nvPr/>
            </p:nvGrpSpPr>
            <p:grpSpPr>
              <a:xfrm rot="5400000">
                <a:off x="8818297" y="3101621"/>
                <a:ext cx="269695" cy="1209439"/>
                <a:chOff x="803996" y="3613321"/>
                <a:chExt cx="269695" cy="1209439"/>
              </a:xfrm>
            </p:grpSpPr>
            <p:sp>
              <p:nvSpPr>
                <p:cNvPr id="562" name="Google Shape;562;p31"/>
                <p:cNvSpPr/>
                <p:nvPr/>
              </p:nvSpPr>
              <p:spPr>
                <a:xfrm flipH="1" rot="10800000">
                  <a:off x="803996" y="4347766"/>
                  <a:ext cx="43116" cy="474994"/>
                </a:xfrm>
                <a:custGeom>
                  <a:rect b="b" l="l" r="r" t="t"/>
                  <a:pathLst>
                    <a:path extrusionOk="0" fill="none" h="8307" w="754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l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3" name="Google Shape;563;p31"/>
                <p:cNvSpPr/>
                <p:nvPr/>
              </p:nvSpPr>
              <p:spPr>
                <a:xfrm flipH="1" rot="10800000">
                  <a:off x="998591" y="3613321"/>
                  <a:ext cx="75100" cy="827502"/>
                </a:xfrm>
                <a:custGeom>
                  <a:rect b="b" l="l" r="r" t="t"/>
                  <a:pathLst>
                    <a:path extrusionOk="0" fill="none" h="8307" w="754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564" name="Google Shape;564;p31"/>
            <p:cNvGrpSpPr/>
            <p:nvPr/>
          </p:nvGrpSpPr>
          <p:grpSpPr>
            <a:xfrm>
              <a:off x="8680200" y="974375"/>
              <a:ext cx="1111343" cy="1111343"/>
              <a:chOff x="8307725" y="278700"/>
              <a:chExt cx="1111343" cy="1111343"/>
            </a:xfrm>
          </p:grpSpPr>
          <p:sp>
            <p:nvSpPr>
              <p:cNvPr id="565" name="Google Shape;565;p31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b="b" l="l" r="r" t="t"/>
                <a:pathLst>
                  <a:path extrusionOk="0" fill="none" h="17396" w="17396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6" name="Google Shape;566;p31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b="b" l="l" r="r" t="t"/>
                <a:pathLst>
                  <a:path extrusionOk="0" fill="none" h="11931" w="1196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32"/>
          <p:cNvSpPr txBox="1"/>
          <p:nvPr>
            <p:ph type="title"/>
          </p:nvPr>
        </p:nvSpPr>
        <p:spPr>
          <a:xfrm>
            <a:off x="2135550" y="1857350"/>
            <a:ext cx="4872900" cy="124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69" name="Google Shape;569;p32"/>
          <p:cNvSpPr txBox="1"/>
          <p:nvPr>
            <p:ph idx="1" type="subTitle"/>
          </p:nvPr>
        </p:nvSpPr>
        <p:spPr>
          <a:xfrm>
            <a:off x="2135550" y="3106975"/>
            <a:ext cx="48729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70" name="Google Shape;570;p32"/>
          <p:cNvSpPr/>
          <p:nvPr/>
        </p:nvSpPr>
        <p:spPr>
          <a:xfrm>
            <a:off x="9336712" y="713511"/>
            <a:ext cx="40056" cy="440880"/>
          </a:xfrm>
          <a:custGeom>
            <a:rect b="b" l="l" r="r" t="t"/>
            <a:pathLst>
              <a:path extrusionOk="0" h="12620" w="1146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1" name="Google Shape;571;p32"/>
          <p:cNvGrpSpPr/>
          <p:nvPr/>
        </p:nvGrpSpPr>
        <p:grpSpPr>
          <a:xfrm>
            <a:off x="-2757425" y="-2776080"/>
            <a:ext cx="12134201" cy="9442910"/>
            <a:chOff x="-2757425" y="-2776080"/>
            <a:chExt cx="12134201" cy="9442910"/>
          </a:xfrm>
        </p:grpSpPr>
        <p:grpSp>
          <p:nvGrpSpPr>
            <p:cNvPr id="572" name="Google Shape;572;p32"/>
            <p:cNvGrpSpPr/>
            <p:nvPr/>
          </p:nvGrpSpPr>
          <p:grpSpPr>
            <a:xfrm flipH="1" rot="-5400000">
              <a:off x="-325952" y="151466"/>
              <a:ext cx="2855469" cy="3872400"/>
              <a:chOff x="1857762" y="2762827"/>
              <a:chExt cx="2855469" cy="3872400"/>
            </a:xfrm>
          </p:grpSpPr>
          <p:cxnSp>
            <p:nvCxnSpPr>
              <p:cNvPr id="573" name="Google Shape;573;p32"/>
              <p:cNvCxnSpPr/>
              <p:nvPr/>
            </p:nvCxnSpPr>
            <p:spPr>
              <a:xfrm>
                <a:off x="1857762" y="2762827"/>
                <a:ext cx="0" cy="387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4" name="Google Shape;574;p32"/>
              <p:cNvCxnSpPr/>
              <p:nvPr/>
            </p:nvCxnSpPr>
            <p:spPr>
              <a:xfrm rot="-5400000">
                <a:off x="3789591" y="3940627"/>
                <a:ext cx="764100" cy="752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575" name="Google Shape;575;p32"/>
              <p:cNvSpPr/>
              <p:nvPr/>
            </p:nvSpPr>
            <p:spPr>
              <a:xfrm>
                <a:off x="4519806" y="3775205"/>
                <a:ext cx="193425" cy="191350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76" name="Google Shape;576;p32"/>
            <p:cNvGrpSpPr/>
            <p:nvPr/>
          </p:nvGrpSpPr>
          <p:grpSpPr>
            <a:xfrm rot="10800000">
              <a:off x="8695559" y="3306345"/>
              <a:ext cx="681217" cy="3360485"/>
              <a:chOff x="1337800" y="-2525590"/>
              <a:chExt cx="1498167" cy="7390555"/>
            </a:xfrm>
          </p:grpSpPr>
          <p:cxnSp>
            <p:nvCxnSpPr>
              <p:cNvPr id="577" name="Google Shape;577;p32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8" name="Google Shape;578;p32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579" name="Google Shape;579;p32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80" name="Google Shape;580;p32"/>
            <p:cNvGrpSpPr/>
            <p:nvPr/>
          </p:nvGrpSpPr>
          <p:grpSpPr>
            <a:xfrm>
              <a:off x="146409" y="-2776080"/>
              <a:ext cx="681217" cy="3360485"/>
              <a:chOff x="1337800" y="-2525590"/>
              <a:chExt cx="1498167" cy="7390555"/>
            </a:xfrm>
          </p:grpSpPr>
          <p:cxnSp>
            <p:nvCxnSpPr>
              <p:cNvPr id="581" name="Google Shape;581;p32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2" name="Google Shape;582;p32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583" name="Google Shape;583;p32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84" name="Google Shape;584;p32"/>
            <p:cNvGrpSpPr/>
            <p:nvPr/>
          </p:nvGrpSpPr>
          <p:grpSpPr>
            <a:xfrm>
              <a:off x="-2757425" y="811862"/>
              <a:ext cx="3859204" cy="615399"/>
              <a:chOff x="-6675" y="307100"/>
              <a:chExt cx="9140700" cy="4634025"/>
            </a:xfrm>
          </p:grpSpPr>
          <p:cxnSp>
            <p:nvCxnSpPr>
              <p:cNvPr id="585" name="Google Shape;585;p32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6" name="Google Shape;586;p32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7" name="Google Shape;587;p32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8" name="Google Shape;588;p32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9" name="Google Shape;589;p32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0" name="Google Shape;590;p32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1" name="Google Shape;591;p32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2" name="Google Shape;592;p32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3" name="Google Shape;593;p32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4" name="Google Shape;594;p32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595" name="Google Shape;595;p32"/>
            <p:cNvSpPr/>
            <p:nvPr/>
          </p:nvSpPr>
          <p:spPr>
            <a:xfrm rot="5400000">
              <a:off x="5637675" y="2986700"/>
              <a:ext cx="6471825" cy="764225"/>
            </a:xfrm>
            <a:custGeom>
              <a:rect b="b" l="l" r="r" t="t"/>
              <a:pathLst>
                <a:path extrusionOk="0" h="30569" w="258873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</p:grpSp>
      <p:grpSp>
        <p:nvGrpSpPr>
          <p:cNvPr id="596" name="Google Shape;596;p32"/>
          <p:cNvGrpSpPr/>
          <p:nvPr/>
        </p:nvGrpSpPr>
        <p:grpSpPr>
          <a:xfrm>
            <a:off x="-157525" y="1684573"/>
            <a:ext cx="8689056" cy="440880"/>
            <a:chOff x="-157525" y="1684573"/>
            <a:chExt cx="8689056" cy="440880"/>
          </a:xfrm>
        </p:grpSpPr>
        <p:sp>
          <p:nvSpPr>
            <p:cNvPr id="597" name="Google Shape;597;p32"/>
            <p:cNvSpPr/>
            <p:nvPr/>
          </p:nvSpPr>
          <p:spPr>
            <a:xfrm>
              <a:off x="8491475" y="1684573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32"/>
            <p:cNvSpPr/>
            <p:nvPr/>
          </p:nvSpPr>
          <p:spPr>
            <a:xfrm rot="-5400000">
              <a:off x="42887" y="17249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9" name="Google Shape;599;p32"/>
          <p:cNvGrpSpPr/>
          <p:nvPr/>
        </p:nvGrpSpPr>
        <p:grpSpPr>
          <a:xfrm>
            <a:off x="-350826" y="649496"/>
            <a:ext cx="9280380" cy="5170922"/>
            <a:chOff x="-350826" y="649496"/>
            <a:chExt cx="9280380" cy="5170922"/>
          </a:xfrm>
        </p:grpSpPr>
        <p:grpSp>
          <p:nvGrpSpPr>
            <p:cNvPr id="600" name="Google Shape;600;p32"/>
            <p:cNvGrpSpPr/>
            <p:nvPr/>
          </p:nvGrpSpPr>
          <p:grpSpPr>
            <a:xfrm>
              <a:off x="-350826" y="649496"/>
              <a:ext cx="9280380" cy="1759405"/>
              <a:chOff x="-350826" y="649496"/>
              <a:chExt cx="9280380" cy="1759405"/>
            </a:xfrm>
          </p:grpSpPr>
          <p:sp>
            <p:nvSpPr>
              <p:cNvPr id="601" name="Google Shape;601;p32"/>
              <p:cNvSpPr/>
              <p:nvPr/>
            </p:nvSpPr>
            <p:spPr>
              <a:xfrm rot="10800000">
                <a:off x="8886438" y="1209591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2" name="Google Shape;602;p32"/>
              <p:cNvSpPr/>
              <p:nvPr/>
            </p:nvSpPr>
            <p:spPr>
              <a:xfrm rot="10800000">
                <a:off x="8695083" y="649496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3" name="Google Shape;603;p32"/>
              <p:cNvSpPr/>
              <p:nvPr/>
            </p:nvSpPr>
            <p:spPr>
              <a:xfrm rot="5400000">
                <a:off x="425209" y="1958491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4" name="Google Shape;604;p32"/>
              <p:cNvSpPr/>
              <p:nvPr/>
            </p:nvSpPr>
            <p:spPr>
              <a:xfrm rot="5400000">
                <a:off x="25375" y="1957600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05" name="Google Shape;605;p32"/>
            <p:cNvGrpSpPr/>
            <p:nvPr/>
          </p:nvGrpSpPr>
          <p:grpSpPr>
            <a:xfrm>
              <a:off x="7280000" y="4709075"/>
              <a:ext cx="1111343" cy="1111343"/>
              <a:chOff x="8307725" y="278700"/>
              <a:chExt cx="1111343" cy="1111343"/>
            </a:xfrm>
          </p:grpSpPr>
          <p:sp>
            <p:nvSpPr>
              <p:cNvPr id="606" name="Google Shape;606;p32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b="b" l="l" r="r" t="t"/>
                <a:pathLst>
                  <a:path extrusionOk="0" fill="none" h="17396" w="17396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7" name="Google Shape;607;p32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b="b" l="l" r="r" t="t"/>
                <a:pathLst>
                  <a:path extrusionOk="0" fill="none" h="11931" w="1196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33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610" name="Google Shape;610;p33"/>
          <p:cNvGrpSpPr/>
          <p:nvPr/>
        </p:nvGrpSpPr>
        <p:grpSpPr>
          <a:xfrm>
            <a:off x="-530043" y="-2869459"/>
            <a:ext cx="9459678" cy="5795405"/>
            <a:chOff x="-530043" y="-2869459"/>
            <a:chExt cx="9459678" cy="5795405"/>
          </a:xfrm>
        </p:grpSpPr>
        <p:grpSp>
          <p:nvGrpSpPr>
            <p:cNvPr id="611" name="Google Shape;611;p33"/>
            <p:cNvGrpSpPr/>
            <p:nvPr/>
          </p:nvGrpSpPr>
          <p:grpSpPr>
            <a:xfrm>
              <a:off x="-530043" y="-946454"/>
              <a:ext cx="2550619" cy="3872400"/>
              <a:chOff x="1857762" y="2762827"/>
              <a:chExt cx="2550619" cy="3872400"/>
            </a:xfrm>
          </p:grpSpPr>
          <p:cxnSp>
            <p:nvCxnSpPr>
              <p:cNvPr id="612" name="Google Shape;612;p33"/>
              <p:cNvCxnSpPr/>
              <p:nvPr/>
            </p:nvCxnSpPr>
            <p:spPr>
              <a:xfrm>
                <a:off x="1857762" y="2762827"/>
                <a:ext cx="0" cy="387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3" name="Google Shape;613;p33"/>
              <p:cNvCxnSpPr/>
              <p:nvPr/>
            </p:nvCxnSpPr>
            <p:spPr>
              <a:xfrm rot="-5400000">
                <a:off x="3788541" y="4241677"/>
                <a:ext cx="464100" cy="45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614" name="Google Shape;614;p33"/>
              <p:cNvSpPr/>
              <p:nvPr/>
            </p:nvSpPr>
            <p:spPr>
              <a:xfrm>
                <a:off x="4214956" y="4073905"/>
                <a:ext cx="193425" cy="191350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5" name="Google Shape;615;p33"/>
            <p:cNvGrpSpPr/>
            <p:nvPr/>
          </p:nvGrpSpPr>
          <p:grpSpPr>
            <a:xfrm flipH="1" rot="5400000">
              <a:off x="-1083007" y="-1247557"/>
              <a:ext cx="3859204" cy="615399"/>
              <a:chOff x="-6675" y="307100"/>
              <a:chExt cx="9140700" cy="4634025"/>
            </a:xfrm>
          </p:grpSpPr>
          <p:cxnSp>
            <p:nvCxnSpPr>
              <p:cNvPr id="616" name="Google Shape;616;p33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7" name="Google Shape;617;p33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8" name="Google Shape;618;p33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9" name="Google Shape;619;p33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0" name="Google Shape;620;p33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1" name="Google Shape;621;p3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2" name="Google Shape;622;p3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3" name="Google Shape;623;p3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4" name="Google Shape;624;p3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5" name="Google Shape;625;p3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626" name="Google Shape;626;p33"/>
            <p:cNvGrpSpPr/>
            <p:nvPr/>
          </p:nvGrpSpPr>
          <p:grpSpPr>
            <a:xfrm>
              <a:off x="8248398" y="-1632737"/>
              <a:ext cx="681236" cy="3360485"/>
              <a:chOff x="8248398" y="-1632737"/>
              <a:chExt cx="681236" cy="3360485"/>
            </a:xfrm>
          </p:grpSpPr>
          <p:grpSp>
            <p:nvGrpSpPr>
              <p:cNvPr id="627" name="Google Shape;627;p33"/>
              <p:cNvGrpSpPr/>
              <p:nvPr/>
            </p:nvGrpSpPr>
            <p:grpSpPr>
              <a:xfrm flipH="1">
                <a:off x="8248398" y="-1632737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628" name="Google Shape;628;p33"/>
                <p:cNvCxnSpPr/>
                <p:nvPr/>
              </p:nvCxnSpPr>
              <p:spPr>
                <a:xfrm rot="10800000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29" name="Google Shape;629;p33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630" name="Google Shape;630;p33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accent2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631" name="Google Shape;631;p33"/>
              <p:cNvGrpSpPr/>
              <p:nvPr/>
            </p:nvGrpSpPr>
            <p:grpSpPr>
              <a:xfrm>
                <a:off x="8436314" y="360846"/>
                <a:ext cx="493321" cy="357312"/>
                <a:chOff x="1722354" y="229144"/>
                <a:chExt cx="1748743" cy="1266614"/>
              </a:xfrm>
            </p:grpSpPr>
            <p:sp>
              <p:nvSpPr>
                <p:cNvPr id="632" name="Google Shape;632;p33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b="b" l="l" r="r" t="t"/>
                  <a:pathLst>
                    <a:path extrusionOk="0" fill="none" h="2777" w="4864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cap="rnd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3" name="Google Shape;633;p33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b="b" l="l" r="r" t="t"/>
                  <a:pathLst>
                    <a:path extrusionOk="0" fill="none" h="2719" w="2748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accent1"/>
                  </a:solidFill>
                  <a:prstDash val="solid"/>
                  <a:miter lim="724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634" name="Google Shape;634;p33"/>
          <p:cNvGrpSpPr/>
          <p:nvPr/>
        </p:nvGrpSpPr>
        <p:grpSpPr>
          <a:xfrm>
            <a:off x="-150883" y="1137478"/>
            <a:ext cx="9080518" cy="813868"/>
            <a:chOff x="-150883" y="1137478"/>
            <a:chExt cx="9080518" cy="813868"/>
          </a:xfrm>
        </p:grpSpPr>
        <p:sp>
          <p:nvSpPr>
            <p:cNvPr id="635" name="Google Shape;635;p33"/>
            <p:cNvSpPr/>
            <p:nvPr/>
          </p:nvSpPr>
          <p:spPr>
            <a:xfrm flipH="1" rot="5400000">
              <a:off x="49529" y="93706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33"/>
            <p:cNvSpPr/>
            <p:nvPr/>
          </p:nvSpPr>
          <p:spPr>
            <a:xfrm flipH="1">
              <a:off x="8889579" y="151046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7" name="Google Shape;637;p33"/>
          <p:cNvGrpSpPr/>
          <p:nvPr/>
        </p:nvGrpSpPr>
        <p:grpSpPr>
          <a:xfrm>
            <a:off x="-201760" y="1366772"/>
            <a:ext cx="9923303" cy="3117921"/>
            <a:chOff x="-201760" y="1366772"/>
            <a:chExt cx="9923303" cy="3117921"/>
          </a:xfrm>
        </p:grpSpPr>
        <p:grpSp>
          <p:nvGrpSpPr>
            <p:cNvPr id="638" name="Google Shape;638;p33"/>
            <p:cNvGrpSpPr/>
            <p:nvPr/>
          </p:nvGrpSpPr>
          <p:grpSpPr>
            <a:xfrm>
              <a:off x="8610200" y="3373350"/>
              <a:ext cx="1111343" cy="1111343"/>
              <a:chOff x="8307725" y="278700"/>
              <a:chExt cx="1111343" cy="1111343"/>
            </a:xfrm>
          </p:grpSpPr>
          <p:sp>
            <p:nvSpPr>
              <p:cNvPr id="639" name="Google Shape;639;p33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b="b" l="l" r="r" t="t"/>
                <a:pathLst>
                  <a:path extrusionOk="0" fill="none" h="17396" w="17396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0" name="Google Shape;640;p33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b="b" l="l" r="r" t="t"/>
                <a:pathLst>
                  <a:path extrusionOk="0" fill="none" h="11931" w="1196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2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41" name="Google Shape;641;p33"/>
            <p:cNvGrpSpPr/>
            <p:nvPr/>
          </p:nvGrpSpPr>
          <p:grpSpPr>
            <a:xfrm flipH="1">
              <a:off x="8674231" y="1727755"/>
              <a:ext cx="247278" cy="1160061"/>
              <a:chOff x="1463894" y="1434556"/>
              <a:chExt cx="247278" cy="1160061"/>
            </a:xfrm>
          </p:grpSpPr>
          <p:sp>
            <p:nvSpPr>
              <p:cNvPr id="642" name="Google Shape;642;p33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3" name="Google Shape;643;p33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44" name="Google Shape;644;p33"/>
            <p:cNvGrpSpPr/>
            <p:nvPr/>
          </p:nvGrpSpPr>
          <p:grpSpPr>
            <a:xfrm flipH="1" rot="5400000">
              <a:off x="254632" y="910381"/>
              <a:ext cx="247278" cy="1160061"/>
              <a:chOff x="1463894" y="1434556"/>
              <a:chExt cx="247278" cy="1160061"/>
            </a:xfrm>
          </p:grpSpPr>
          <p:sp>
            <p:nvSpPr>
              <p:cNvPr id="645" name="Google Shape;645;p33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6" name="Google Shape;646;p33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dk1"/>
        </a:solidFill>
      </p:bgPr>
    </p:bg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9" name="Google Shape;649;p35"/>
          <p:cNvGrpSpPr/>
          <p:nvPr/>
        </p:nvGrpSpPr>
        <p:grpSpPr>
          <a:xfrm>
            <a:off x="247028" y="2099252"/>
            <a:ext cx="8667366" cy="1707744"/>
            <a:chOff x="247028" y="2099252"/>
            <a:chExt cx="8667366" cy="1707744"/>
          </a:xfrm>
        </p:grpSpPr>
        <p:sp>
          <p:nvSpPr>
            <p:cNvPr id="650" name="Google Shape;650;p35"/>
            <p:cNvSpPr/>
            <p:nvPr/>
          </p:nvSpPr>
          <p:spPr>
            <a:xfrm flipH="1" rot="10800000">
              <a:off x="410803" y="2099252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35"/>
            <p:cNvSpPr/>
            <p:nvPr/>
          </p:nvSpPr>
          <p:spPr>
            <a:xfrm flipH="1" rot="10800000">
              <a:off x="247028" y="2390402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52" name="Google Shape;652;p35"/>
            <p:cNvGrpSpPr/>
            <p:nvPr/>
          </p:nvGrpSpPr>
          <p:grpSpPr>
            <a:xfrm flipH="1">
              <a:off x="8707503" y="3040852"/>
              <a:ext cx="206891" cy="766144"/>
              <a:chOff x="8650702" y="3525402"/>
              <a:chExt cx="206891" cy="766144"/>
            </a:xfrm>
          </p:grpSpPr>
          <p:sp>
            <p:nvSpPr>
              <p:cNvPr id="653" name="Google Shape;653;p35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4" name="Google Shape;654;p35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55" name="Google Shape;655;p35"/>
          <p:cNvGrpSpPr/>
          <p:nvPr/>
        </p:nvGrpSpPr>
        <p:grpSpPr>
          <a:xfrm>
            <a:off x="-796767" y="-1090157"/>
            <a:ext cx="11445399" cy="6549695"/>
            <a:chOff x="-796766" y="-1090157"/>
            <a:chExt cx="11445399" cy="6549695"/>
          </a:xfrm>
        </p:grpSpPr>
        <p:sp>
          <p:nvSpPr>
            <p:cNvPr id="656" name="Google Shape;656;p35"/>
            <p:cNvSpPr/>
            <p:nvPr/>
          </p:nvSpPr>
          <p:spPr>
            <a:xfrm flipH="1" rot="5400000">
              <a:off x="-365574" y="-1521350"/>
              <a:ext cx="1470082" cy="2332467"/>
            </a:xfrm>
            <a:custGeom>
              <a:rect b="b" l="l" r="r" t="t"/>
              <a:pathLst>
                <a:path extrusionOk="0" h="132226" w="83338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657" name="Google Shape;657;p35"/>
            <p:cNvGrpSpPr/>
            <p:nvPr/>
          </p:nvGrpSpPr>
          <p:grpSpPr>
            <a:xfrm rot="10800000">
              <a:off x="11" y="108546"/>
              <a:ext cx="493321" cy="357312"/>
              <a:chOff x="1722354" y="229144"/>
              <a:chExt cx="1748743" cy="1266614"/>
            </a:xfrm>
          </p:grpSpPr>
          <p:sp>
            <p:nvSpPr>
              <p:cNvPr id="658" name="Google Shape;658;p35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9" name="Google Shape;659;p35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60" name="Google Shape;660;p35"/>
            <p:cNvSpPr/>
            <p:nvPr/>
          </p:nvSpPr>
          <p:spPr>
            <a:xfrm flipH="1" rot="-5400000">
              <a:off x="8788045" y="3598950"/>
              <a:ext cx="870400" cy="2850775"/>
            </a:xfrm>
            <a:custGeom>
              <a:rect b="b" l="l" r="r" t="t"/>
              <a:pathLst>
                <a:path extrusionOk="0" h="114031" w="34816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661" name="Google Shape;661;p35"/>
            <p:cNvGrpSpPr/>
            <p:nvPr/>
          </p:nvGrpSpPr>
          <p:grpSpPr>
            <a:xfrm flipH="1" rot="-5400000">
              <a:off x="8489086" y="4163846"/>
              <a:ext cx="493321" cy="357312"/>
              <a:chOff x="1722354" y="229144"/>
              <a:chExt cx="1748743" cy="1266614"/>
            </a:xfrm>
          </p:grpSpPr>
          <p:sp>
            <p:nvSpPr>
              <p:cNvPr id="662" name="Google Shape;662;p35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3" name="Google Shape;663;p35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64" name="Google Shape;664;p35"/>
            <p:cNvGrpSpPr/>
            <p:nvPr/>
          </p:nvGrpSpPr>
          <p:grpSpPr>
            <a:xfrm flipH="1" rot="5400000">
              <a:off x="765337" y="-239460"/>
              <a:ext cx="965258" cy="273510"/>
              <a:chOff x="-6675" y="2881558"/>
              <a:chExt cx="9140700" cy="2059567"/>
            </a:xfrm>
          </p:grpSpPr>
          <p:cxnSp>
            <p:nvCxnSpPr>
              <p:cNvPr id="665" name="Google Shape;665;p35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66" name="Google Shape;666;p35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67" name="Google Shape;667;p35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68" name="Google Shape;668;p35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69" name="Google Shape;669;p35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670" name="Google Shape;670;p35"/>
          <p:cNvGrpSpPr/>
          <p:nvPr/>
        </p:nvGrpSpPr>
        <p:grpSpPr>
          <a:xfrm>
            <a:off x="248565" y="1658361"/>
            <a:ext cx="8665831" cy="946305"/>
            <a:chOff x="248565" y="1658361"/>
            <a:chExt cx="8665831" cy="946305"/>
          </a:xfrm>
        </p:grpSpPr>
        <p:sp>
          <p:nvSpPr>
            <p:cNvPr id="671" name="Google Shape;671;p35"/>
            <p:cNvSpPr/>
            <p:nvPr/>
          </p:nvSpPr>
          <p:spPr>
            <a:xfrm flipH="1" rot="10800000">
              <a:off x="248565" y="165836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35"/>
            <p:cNvSpPr/>
            <p:nvPr/>
          </p:nvSpPr>
          <p:spPr>
            <a:xfrm flipH="1">
              <a:off x="8874340" y="216378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3" name="Google Shape;673;p3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5" name="Google Shape;675;p36"/>
          <p:cNvGrpSpPr/>
          <p:nvPr/>
        </p:nvGrpSpPr>
        <p:grpSpPr>
          <a:xfrm>
            <a:off x="248752" y="491529"/>
            <a:ext cx="8669349" cy="4596267"/>
            <a:chOff x="188277" y="445029"/>
            <a:chExt cx="8669349" cy="4596267"/>
          </a:xfrm>
        </p:grpSpPr>
        <p:sp>
          <p:nvSpPr>
            <p:cNvPr id="676" name="Google Shape;676;p36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36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78" name="Google Shape;678;p36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679" name="Google Shape;679;p36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0" name="Google Shape;680;p36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b="b" l="l" r="r" t="t"/>
                <a:pathLst>
                  <a:path extrusionOk="0" fill="none" h="8307" w="754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81" name="Google Shape;681;p36"/>
          <p:cNvGrpSpPr/>
          <p:nvPr/>
        </p:nvGrpSpPr>
        <p:grpSpPr>
          <a:xfrm>
            <a:off x="315625" y="1279781"/>
            <a:ext cx="8602485" cy="1562435"/>
            <a:chOff x="174750" y="1380581"/>
            <a:chExt cx="8602485" cy="1562435"/>
          </a:xfrm>
        </p:grpSpPr>
        <p:sp>
          <p:nvSpPr>
            <p:cNvPr id="682" name="Google Shape;682;p36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36"/>
            <p:cNvSpPr/>
            <p:nvPr/>
          </p:nvSpPr>
          <p:spPr>
            <a:xfrm rot="10800000">
              <a:off x="174750" y="25021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4" name="Google Shape;684;p36"/>
          <p:cNvGrpSpPr/>
          <p:nvPr/>
        </p:nvGrpSpPr>
        <p:grpSpPr>
          <a:xfrm>
            <a:off x="355673" y="-567309"/>
            <a:ext cx="8751502" cy="5946659"/>
            <a:chOff x="251623" y="-534009"/>
            <a:chExt cx="8751502" cy="5946659"/>
          </a:xfrm>
        </p:grpSpPr>
        <p:grpSp>
          <p:nvGrpSpPr>
            <p:cNvPr id="685" name="Google Shape;685;p36"/>
            <p:cNvGrpSpPr/>
            <p:nvPr/>
          </p:nvGrpSpPr>
          <p:grpSpPr>
            <a:xfrm rot="10800000">
              <a:off x="251623" y="3645746"/>
              <a:ext cx="493321" cy="357312"/>
              <a:chOff x="1722354" y="229144"/>
              <a:chExt cx="1748743" cy="1266614"/>
            </a:xfrm>
          </p:grpSpPr>
          <p:sp>
            <p:nvSpPr>
              <p:cNvPr id="686" name="Google Shape;686;p36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7" name="Google Shape;687;p36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88" name="Google Shape;688;p36"/>
            <p:cNvGrpSpPr/>
            <p:nvPr/>
          </p:nvGrpSpPr>
          <p:grpSpPr>
            <a:xfrm flipH="1" rot="5400000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689" name="Google Shape;689;p3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90" name="Google Shape;690;p3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91" name="Google Shape;691;p3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92" name="Google Shape;692;p3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93" name="Google Shape;693;p3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694" name="Google Shape;694;p36"/>
            <p:cNvSpPr/>
            <p:nvPr/>
          </p:nvSpPr>
          <p:spPr>
            <a:xfrm>
              <a:off x="5746750" y="-57000"/>
              <a:ext cx="3256375" cy="488250"/>
            </a:xfrm>
            <a:custGeom>
              <a:rect b="b" l="l" r="r" t="t"/>
              <a:pathLst>
                <a:path extrusionOk="0" h="19530" w="130255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695" name="Google Shape;695;p36"/>
            <p:cNvSpPr/>
            <p:nvPr/>
          </p:nvSpPr>
          <p:spPr>
            <a:xfrm>
              <a:off x="260200" y="3089575"/>
              <a:ext cx="476150" cy="2323075"/>
            </a:xfrm>
            <a:custGeom>
              <a:rect b="b" l="l" r="r" t="t"/>
              <a:pathLst>
                <a:path extrusionOk="0" h="92923" w="19046">
                  <a:moveTo>
                    <a:pt x="0" y="0"/>
                  </a:moveTo>
                  <a:lnTo>
                    <a:pt x="0" y="36635"/>
                  </a:lnTo>
                  <a:lnTo>
                    <a:pt x="19046" y="55681"/>
                  </a:lnTo>
                  <a:lnTo>
                    <a:pt x="19046" y="92923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</p:grpSp>
      <p:sp>
        <p:nvSpPr>
          <p:cNvPr id="696" name="Google Shape;696;p3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22.xml"/><Relationship Id="rId22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24.xml"/><Relationship Id="rId24" Type="http://schemas.openxmlformats.org/officeDocument/2006/relationships/theme" Target="../theme/theme3.xml"/><Relationship Id="rId12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30.xml"/><Relationship Id="rId6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 Black"/>
              <a:buNone/>
              <a:defRPr b="0" i="0" sz="2600" u="none" cap="none" strike="noStrik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b="0" i="0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b="0" i="0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b="0" i="0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b="0" i="0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b="0" i="0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b="0" i="0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b="0" i="0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b="0" i="0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b="0" i="0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drive.google.com/file/d/1x2q8OHiqbMsm_iHFOMokZJpyx8FfP8Kq/view" TargetMode="External"/><Relationship Id="rId4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37"/>
          <p:cNvSpPr txBox="1"/>
          <p:nvPr>
            <p:ph type="ctrTitle"/>
          </p:nvPr>
        </p:nvSpPr>
        <p:spPr>
          <a:xfrm>
            <a:off x="1115975" y="542725"/>
            <a:ext cx="4384800" cy="169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BOSCH </a:t>
            </a:r>
            <a:r>
              <a:rPr lang="en"/>
              <a:t> RESEARCH</a:t>
            </a:r>
            <a:br>
              <a:rPr lang="en"/>
            </a:br>
            <a:r>
              <a:rPr lang="en"/>
              <a:t> </a:t>
            </a:r>
            <a:endParaRPr/>
          </a:p>
        </p:txBody>
      </p:sp>
      <p:sp>
        <p:nvSpPr>
          <p:cNvPr id="702" name="Google Shape;702;p37"/>
          <p:cNvSpPr txBox="1"/>
          <p:nvPr>
            <p:ph idx="1" type="subTitle"/>
          </p:nvPr>
        </p:nvSpPr>
        <p:spPr>
          <a:xfrm>
            <a:off x="1171375" y="3889250"/>
            <a:ext cx="43848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Louison Lu</a:t>
            </a:r>
            <a:endParaRPr/>
          </a:p>
        </p:txBody>
      </p:sp>
      <p:sp>
        <p:nvSpPr>
          <p:cNvPr id="703" name="Google Shape;703;p37"/>
          <p:cNvSpPr/>
          <p:nvPr/>
        </p:nvSpPr>
        <p:spPr>
          <a:xfrm rot="-5400000">
            <a:off x="689075" y="2215534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4" name="Google Shape;704;p37"/>
          <p:cNvGrpSpPr/>
          <p:nvPr/>
        </p:nvGrpSpPr>
        <p:grpSpPr>
          <a:xfrm>
            <a:off x="6777434" y="2296620"/>
            <a:ext cx="1033834" cy="3360485"/>
            <a:chOff x="6777434" y="2296620"/>
            <a:chExt cx="1033834" cy="3360485"/>
          </a:xfrm>
        </p:grpSpPr>
        <p:grpSp>
          <p:nvGrpSpPr>
            <p:cNvPr id="705" name="Google Shape;705;p37"/>
            <p:cNvGrpSpPr/>
            <p:nvPr/>
          </p:nvGrpSpPr>
          <p:grpSpPr>
            <a:xfrm rot="10800000">
              <a:off x="6777434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706" name="Google Shape;706;p37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07" name="Google Shape;707;p37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708" name="Google Shape;708;p37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09" name="Google Shape;709;p37"/>
            <p:cNvSpPr/>
            <p:nvPr/>
          </p:nvSpPr>
          <p:spPr>
            <a:xfrm>
              <a:off x="7771212" y="2972936"/>
              <a:ext cx="40056" cy="440880"/>
            </a:xfrm>
            <a:custGeom>
              <a:rect b="b" l="l" r="r" t="t"/>
              <a:pathLst>
                <a:path extrusionOk="0" h="12620" w="1146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37"/>
            <p:cNvSpPr/>
            <p:nvPr/>
          </p:nvSpPr>
          <p:spPr>
            <a:xfrm rot="10800000">
              <a:off x="7160463" y="4347766"/>
              <a:ext cx="43116" cy="474994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37"/>
            <p:cNvSpPr/>
            <p:nvPr/>
          </p:nvSpPr>
          <p:spPr>
            <a:xfrm rot="10800000">
              <a:off x="6933883" y="3613321"/>
              <a:ext cx="75100" cy="827502"/>
            </a:xfrm>
            <a:custGeom>
              <a:rect b="b" l="l" r="r" t="t"/>
              <a:pathLst>
                <a:path extrusionOk="0" fill="none" h="8307" w="754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2" name="Google Shape;712;p37"/>
          <p:cNvGrpSpPr/>
          <p:nvPr/>
        </p:nvGrpSpPr>
        <p:grpSpPr>
          <a:xfrm>
            <a:off x="6262859" y="-2197955"/>
            <a:ext cx="681217" cy="3360485"/>
            <a:chOff x="1337800" y="-2525590"/>
            <a:chExt cx="1498167" cy="7390555"/>
          </a:xfrm>
        </p:grpSpPr>
        <p:cxnSp>
          <p:nvCxnSpPr>
            <p:cNvPr id="713" name="Google Shape;713;p37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14" name="Google Shape;714;p37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15" name="Google Shape;715;p37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2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6" name="Google Shape;716;p37"/>
          <p:cNvSpPr/>
          <p:nvPr/>
        </p:nvSpPr>
        <p:spPr>
          <a:xfrm rot="-5400000">
            <a:off x="8215875" y="805548"/>
            <a:ext cx="40056" cy="440880"/>
          </a:xfrm>
          <a:custGeom>
            <a:rect b="b" l="l" r="r" t="t"/>
            <a:pathLst>
              <a:path extrusionOk="0" h="12620" w="1146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7" name="Google Shape;717;p37"/>
          <p:cNvGrpSpPr/>
          <p:nvPr/>
        </p:nvGrpSpPr>
        <p:grpSpPr>
          <a:xfrm flipH="1" rot="10800000">
            <a:off x="-132088" y="-1630770"/>
            <a:ext cx="2855469" cy="3872400"/>
            <a:chOff x="1857762" y="2762827"/>
            <a:chExt cx="2855469" cy="3872400"/>
          </a:xfrm>
        </p:grpSpPr>
        <p:cxnSp>
          <p:nvCxnSpPr>
            <p:cNvPr id="718" name="Google Shape;718;p37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19" name="Google Shape;719;p37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20" name="Google Shape;720;p37"/>
            <p:cNvSpPr/>
            <p:nvPr/>
          </p:nvSpPr>
          <p:spPr>
            <a:xfrm>
              <a:off x="4519806" y="3775205"/>
              <a:ext cx="193425" cy="191350"/>
            </a:xfrm>
            <a:custGeom>
              <a:rect b="b" l="l" r="r" t="t"/>
              <a:pathLst>
                <a:path extrusionOk="0" fill="none" h="2719" w="2748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accent1"/>
              </a:solidFill>
              <a:prstDash val="solid"/>
              <a:miter lim="724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1" name="Google Shape;721;p37"/>
          <p:cNvGrpSpPr/>
          <p:nvPr/>
        </p:nvGrpSpPr>
        <p:grpSpPr>
          <a:xfrm>
            <a:off x="3329300" y="-3035952"/>
            <a:ext cx="6471825" cy="4623428"/>
            <a:chOff x="3329300" y="-3035952"/>
            <a:chExt cx="6471825" cy="4623428"/>
          </a:xfrm>
        </p:grpSpPr>
        <p:grpSp>
          <p:nvGrpSpPr>
            <p:cNvPr id="722" name="Google Shape;722;p37"/>
            <p:cNvGrpSpPr/>
            <p:nvPr/>
          </p:nvGrpSpPr>
          <p:grpSpPr>
            <a:xfrm rot="5400000">
              <a:off x="2802525" y="-1414050"/>
              <a:ext cx="3859204" cy="615399"/>
              <a:chOff x="-6675" y="307100"/>
              <a:chExt cx="9140700" cy="4634025"/>
            </a:xfrm>
          </p:grpSpPr>
          <p:cxnSp>
            <p:nvCxnSpPr>
              <p:cNvPr id="723" name="Google Shape;723;p37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24" name="Google Shape;724;p37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25" name="Google Shape;725;p37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26" name="Google Shape;726;p37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27" name="Google Shape;727;p37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28" name="Google Shape;728;p3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29" name="Google Shape;729;p3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30" name="Google Shape;730;p3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31" name="Google Shape;731;p3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32" name="Google Shape;732;p3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733" name="Google Shape;733;p37"/>
            <p:cNvSpPr/>
            <p:nvPr/>
          </p:nvSpPr>
          <p:spPr>
            <a:xfrm>
              <a:off x="3329300" y="823250"/>
              <a:ext cx="6471825" cy="764225"/>
            </a:xfrm>
            <a:custGeom>
              <a:rect b="b" l="l" r="r" t="t"/>
              <a:pathLst>
                <a:path extrusionOk="0" h="30569" w="258873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sp>
      </p:grpSp>
      <p:sp>
        <p:nvSpPr>
          <p:cNvPr id="734" name="Google Shape;734;p37"/>
          <p:cNvSpPr txBox="1"/>
          <p:nvPr>
            <p:ph type="ctrTitle"/>
          </p:nvPr>
        </p:nvSpPr>
        <p:spPr>
          <a:xfrm>
            <a:off x="1115975" y="1824025"/>
            <a:ext cx="4384800" cy="169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400"/>
              <a:t>Goal : </a:t>
            </a:r>
            <a:r>
              <a:rPr lang="en" sz="2400"/>
              <a:t>combine multiple perspective view to Panorama</a:t>
            </a:r>
            <a:r>
              <a:rPr lang="en" sz="2400"/>
              <a:t> 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Training</a:t>
            </a:r>
            <a:r>
              <a:rPr lang="en"/>
              <a:t> Dataset</a:t>
            </a:r>
            <a:endParaRPr/>
          </a:p>
        </p:txBody>
      </p:sp>
      <p:sp>
        <p:nvSpPr>
          <p:cNvPr id="740" name="Google Shape;740;p38"/>
          <p:cNvSpPr txBox="1"/>
          <p:nvPr>
            <p:ph type="title"/>
          </p:nvPr>
        </p:nvSpPr>
        <p:spPr>
          <a:xfrm>
            <a:off x="720000" y="1259975"/>
            <a:ext cx="3054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RGB Video(GT)</a:t>
            </a:r>
            <a:br>
              <a:rPr lang="en"/>
            </a:br>
            <a:r>
              <a:rPr lang="en"/>
              <a:t> </a:t>
            </a:r>
            <a:endParaRPr/>
          </a:p>
        </p:txBody>
      </p:sp>
      <p:sp>
        <p:nvSpPr>
          <p:cNvPr id="741" name="Google Shape;741;p38"/>
          <p:cNvSpPr txBox="1"/>
          <p:nvPr>
            <p:ph type="title"/>
          </p:nvPr>
        </p:nvSpPr>
        <p:spPr>
          <a:xfrm>
            <a:off x="173425" y="2571750"/>
            <a:ext cx="4919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  Point cloud Video(pi3)</a:t>
            </a:r>
            <a:br>
              <a:rPr lang="en"/>
            </a:br>
            <a:r>
              <a:rPr lang="en"/>
              <a:t> </a:t>
            </a:r>
            <a:endParaRPr/>
          </a:p>
        </p:txBody>
      </p:sp>
      <p:sp>
        <p:nvSpPr>
          <p:cNvPr id="742" name="Google Shape;742;p38"/>
          <p:cNvSpPr txBox="1"/>
          <p:nvPr>
            <p:ph type="title"/>
          </p:nvPr>
        </p:nvSpPr>
        <p:spPr>
          <a:xfrm>
            <a:off x="173425" y="3716775"/>
            <a:ext cx="3880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  Prompt(.json)</a:t>
            </a:r>
            <a:br>
              <a:rPr lang="en"/>
            </a:br>
            <a:r>
              <a:rPr lang="en"/>
              <a:t> </a:t>
            </a:r>
            <a:endParaRPr/>
          </a:p>
        </p:txBody>
      </p:sp>
      <p:pic>
        <p:nvPicPr>
          <p:cNvPr id="743" name="Google Shape;743;p38" title="image_context_original_y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4000" y="1017725"/>
            <a:ext cx="2114424" cy="1057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44" name="Google Shape;744;p38" title="Screenshot 2026-06-12 at 1.58.54 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8816" y="2398975"/>
            <a:ext cx="2124785" cy="10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38"/>
          <p:cNvSpPr txBox="1"/>
          <p:nvPr>
            <p:ph type="title"/>
          </p:nvPr>
        </p:nvSpPr>
        <p:spPr>
          <a:xfrm>
            <a:off x="5010075" y="3573200"/>
            <a:ext cx="3880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A5D6F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A 360-degree driving video from a moving car traveling along a sunny suburban road with houses, trees, passing cars in the opposite lane, and utility pole.</a:t>
            </a:r>
            <a:endParaRPr sz="900">
              <a:solidFill>
                <a:srgbClr val="A5D6FF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Original Training Method(Hard lock)</a:t>
            </a:r>
            <a:endParaRPr/>
          </a:p>
        </p:txBody>
      </p:sp>
      <p:sp>
        <p:nvSpPr>
          <p:cNvPr id="751" name="Google Shape;751;p39"/>
          <p:cNvSpPr txBox="1"/>
          <p:nvPr>
            <p:ph type="title"/>
          </p:nvPr>
        </p:nvSpPr>
        <p:spPr>
          <a:xfrm>
            <a:off x="1592425" y="1633475"/>
            <a:ext cx="20244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br>
              <a:rPr lang="en" sz="1400"/>
            </a:br>
            <a:r>
              <a:rPr lang="en" sz="1400"/>
              <a:t>Lock to almost same first frame as Y</a:t>
            </a:r>
            <a:br>
              <a:rPr lang="en" sz="1400"/>
            </a:br>
            <a:r>
              <a:rPr lang="en" sz="1400"/>
              <a:t>(must be panorama)</a:t>
            </a:r>
            <a:endParaRPr sz="1400"/>
          </a:p>
        </p:txBody>
      </p:sp>
      <p:sp>
        <p:nvSpPr>
          <p:cNvPr id="752" name="Google Shape;752;p39"/>
          <p:cNvSpPr txBox="1"/>
          <p:nvPr>
            <p:ph type="title"/>
          </p:nvPr>
        </p:nvSpPr>
        <p:spPr>
          <a:xfrm>
            <a:off x="4248725" y="972725"/>
            <a:ext cx="512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X</a:t>
            </a:r>
            <a:endParaRPr/>
          </a:p>
        </p:txBody>
      </p:sp>
      <p:pic>
        <p:nvPicPr>
          <p:cNvPr id="753" name="Google Shape;753;p39" title="image_context_original_y0.png"/>
          <p:cNvPicPr preferRelativeResize="0"/>
          <p:nvPr/>
        </p:nvPicPr>
        <p:blipFill rotWithShape="1">
          <a:blip r:embed="rId3">
            <a:alphaModFix/>
          </a:blip>
          <a:srcRect b="0" l="10690" r="-10690" t="0"/>
          <a:stretch/>
        </p:blipFill>
        <p:spPr>
          <a:xfrm>
            <a:off x="5703500" y="1641375"/>
            <a:ext cx="2024399" cy="1012200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39"/>
          <p:cNvSpPr txBox="1"/>
          <p:nvPr>
            <p:ph type="title"/>
          </p:nvPr>
        </p:nvSpPr>
        <p:spPr>
          <a:xfrm>
            <a:off x="6182000" y="1017713"/>
            <a:ext cx="512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Y</a:t>
            </a:r>
            <a:endParaRPr/>
          </a:p>
        </p:txBody>
      </p:sp>
      <p:sp>
        <p:nvSpPr>
          <p:cNvPr id="755" name="Google Shape;755;p39"/>
          <p:cNvSpPr txBox="1"/>
          <p:nvPr>
            <p:ph type="title"/>
          </p:nvPr>
        </p:nvSpPr>
        <p:spPr>
          <a:xfrm>
            <a:off x="129600" y="1641375"/>
            <a:ext cx="1652100" cy="10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1400"/>
              <a:t>First frame</a:t>
            </a:r>
            <a:br>
              <a:rPr lang="en" sz="1400"/>
            </a:br>
            <a:r>
              <a:rPr lang="en" sz="1400"/>
              <a:t>.</a:t>
            </a:r>
            <a:br>
              <a:rPr lang="en" sz="1400"/>
            </a:br>
            <a:r>
              <a:rPr lang="en" sz="1400"/>
              <a:t>.</a:t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1400"/>
              <a:t>.</a:t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1400"/>
              <a:t>.</a:t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1400"/>
              <a:t>.</a:t>
            </a:r>
            <a:endParaRPr sz="1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1400"/>
              <a:t>.</a:t>
            </a:r>
            <a:br>
              <a:rPr lang="en" sz="1400"/>
            </a:br>
            <a:r>
              <a:rPr lang="en" sz="1400"/>
              <a:t>.</a:t>
            </a:r>
            <a:endParaRPr sz="1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1400"/>
              <a:t>.</a:t>
            </a:r>
            <a:endParaRPr sz="1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1400"/>
              <a:t>.</a:t>
            </a:r>
            <a:endParaRPr sz="1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1400"/>
              <a:t>.</a:t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1400"/>
              <a:t>93 frame</a:t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br>
              <a:rPr lang="en" sz="1400"/>
            </a:br>
            <a:endParaRPr sz="1400"/>
          </a:p>
        </p:txBody>
      </p:sp>
      <p:pic>
        <p:nvPicPr>
          <p:cNvPr id="756" name="Google Shape;756;p39" title="Screenshot 2026-06-12 at 1.58.54 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9100" y="2790325"/>
            <a:ext cx="1887974" cy="10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p39"/>
          <p:cNvSpPr txBox="1"/>
          <p:nvPr>
            <p:ph type="title"/>
          </p:nvPr>
        </p:nvSpPr>
        <p:spPr>
          <a:xfrm>
            <a:off x="1977175" y="2863525"/>
            <a:ext cx="12549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br>
              <a:rPr lang="en" sz="1400"/>
            </a:br>
            <a:r>
              <a:rPr lang="en" sz="1400"/>
              <a:t>2~93 frame</a:t>
            </a:r>
            <a:br>
              <a:rPr lang="en" sz="1400"/>
            </a:br>
            <a:r>
              <a:rPr lang="en" sz="1400"/>
              <a:t>(PCD)</a:t>
            </a:r>
            <a:endParaRPr sz="1400"/>
          </a:p>
        </p:txBody>
      </p:sp>
      <p:sp>
        <p:nvSpPr>
          <p:cNvPr id="758" name="Google Shape;758;p39"/>
          <p:cNvSpPr txBox="1"/>
          <p:nvPr>
            <p:ph type="title"/>
          </p:nvPr>
        </p:nvSpPr>
        <p:spPr>
          <a:xfrm>
            <a:off x="7600900" y="1633475"/>
            <a:ext cx="16521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br>
              <a:rPr lang="en" sz="1400"/>
            </a:br>
            <a:r>
              <a:rPr lang="en" sz="1400"/>
              <a:t>RGB 360 Video</a:t>
            </a:r>
            <a:br>
              <a:rPr lang="en" sz="1400"/>
            </a:br>
            <a:r>
              <a:rPr lang="en" sz="1400"/>
              <a:t>(GT)</a:t>
            </a:r>
            <a:endParaRPr sz="1400"/>
          </a:p>
        </p:txBody>
      </p:sp>
      <p:pic>
        <p:nvPicPr>
          <p:cNvPr id="759" name="Google Shape;759;p39" title="image_context_original_y0.png"/>
          <p:cNvPicPr preferRelativeResize="0"/>
          <p:nvPr/>
        </p:nvPicPr>
        <p:blipFill rotWithShape="1">
          <a:blip r:embed="rId3">
            <a:alphaModFix/>
          </a:blip>
          <a:srcRect b="0" l="10690" r="-10690" t="0"/>
          <a:stretch/>
        </p:blipFill>
        <p:spPr>
          <a:xfrm>
            <a:off x="3679104" y="1641364"/>
            <a:ext cx="2024399" cy="101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0" name="Google Shape;760;p39" title="image_context_original_y0.png"/>
          <p:cNvPicPr preferRelativeResize="0"/>
          <p:nvPr/>
        </p:nvPicPr>
        <p:blipFill rotWithShape="1">
          <a:blip r:embed="rId3">
            <a:alphaModFix/>
          </a:blip>
          <a:srcRect b="0" l="10690" r="-10690" t="0"/>
          <a:stretch/>
        </p:blipFill>
        <p:spPr>
          <a:xfrm>
            <a:off x="5703500" y="2812825"/>
            <a:ext cx="2024399" cy="1012200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39"/>
          <p:cNvSpPr txBox="1"/>
          <p:nvPr>
            <p:ph type="title"/>
          </p:nvPr>
        </p:nvSpPr>
        <p:spPr>
          <a:xfrm>
            <a:off x="7727900" y="2948725"/>
            <a:ext cx="12549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br>
              <a:rPr lang="en" sz="1400"/>
            </a:br>
            <a:r>
              <a:rPr lang="en" sz="1400"/>
              <a:t>2~93 frame</a:t>
            </a:r>
            <a:br>
              <a:rPr lang="en" sz="1400"/>
            </a:br>
            <a:r>
              <a:rPr lang="en" sz="1400"/>
              <a:t>(GT)</a:t>
            </a:r>
            <a:endParaRPr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40"/>
          <p:cNvSpPr txBox="1"/>
          <p:nvPr>
            <p:ph type="title"/>
          </p:nvPr>
        </p:nvSpPr>
        <p:spPr>
          <a:xfrm>
            <a:off x="720000" y="445025"/>
            <a:ext cx="8699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New Training Method( first frame non </a:t>
            </a:r>
            <a:r>
              <a:rPr lang="en"/>
              <a:t>panorama</a:t>
            </a:r>
            <a:r>
              <a:rPr lang="en"/>
              <a:t> )</a:t>
            </a:r>
            <a:endParaRPr/>
          </a:p>
        </p:txBody>
      </p:sp>
      <p:sp>
        <p:nvSpPr>
          <p:cNvPr id="767" name="Google Shape;767;p40"/>
          <p:cNvSpPr txBox="1"/>
          <p:nvPr>
            <p:ph type="title"/>
          </p:nvPr>
        </p:nvSpPr>
        <p:spPr>
          <a:xfrm>
            <a:off x="1977175" y="1633475"/>
            <a:ext cx="10329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br>
              <a:rPr lang="en" sz="1400"/>
            </a:br>
            <a:r>
              <a:rPr lang="en" sz="1400"/>
              <a:t>Mask 75%</a:t>
            </a:r>
            <a:endParaRPr sz="1400"/>
          </a:p>
        </p:txBody>
      </p:sp>
      <p:sp>
        <p:nvSpPr>
          <p:cNvPr id="768" name="Google Shape;768;p40"/>
          <p:cNvSpPr txBox="1"/>
          <p:nvPr>
            <p:ph type="title"/>
          </p:nvPr>
        </p:nvSpPr>
        <p:spPr>
          <a:xfrm>
            <a:off x="4024200" y="972725"/>
            <a:ext cx="512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X</a:t>
            </a:r>
            <a:endParaRPr/>
          </a:p>
        </p:txBody>
      </p:sp>
      <p:pic>
        <p:nvPicPr>
          <p:cNvPr id="769" name="Google Shape;769;p40" title="image_context_masked_waymo_exac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8750" y="1590425"/>
            <a:ext cx="2196600" cy="109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0" name="Google Shape;770;p40" title="image_context_original_y0.png"/>
          <p:cNvPicPr preferRelativeResize="0"/>
          <p:nvPr/>
        </p:nvPicPr>
        <p:blipFill rotWithShape="1">
          <a:blip r:embed="rId4">
            <a:alphaModFix/>
          </a:blip>
          <a:srcRect b="0" l="10690" r="-10690" t="0"/>
          <a:stretch/>
        </p:blipFill>
        <p:spPr>
          <a:xfrm>
            <a:off x="5576500" y="1633475"/>
            <a:ext cx="2024399" cy="1012200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40"/>
          <p:cNvSpPr txBox="1"/>
          <p:nvPr>
            <p:ph type="title"/>
          </p:nvPr>
        </p:nvSpPr>
        <p:spPr>
          <a:xfrm>
            <a:off x="6182000" y="1017713"/>
            <a:ext cx="512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Y</a:t>
            </a:r>
            <a:endParaRPr/>
          </a:p>
        </p:txBody>
      </p:sp>
      <p:sp>
        <p:nvSpPr>
          <p:cNvPr id="772" name="Google Shape;772;p40"/>
          <p:cNvSpPr txBox="1"/>
          <p:nvPr>
            <p:ph type="title"/>
          </p:nvPr>
        </p:nvSpPr>
        <p:spPr>
          <a:xfrm>
            <a:off x="579400" y="1851325"/>
            <a:ext cx="1652100" cy="10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1400"/>
              <a:t>First frame</a:t>
            </a:r>
            <a:br>
              <a:rPr lang="en" sz="1400"/>
            </a:br>
            <a:r>
              <a:rPr lang="en" sz="1400"/>
              <a:t>.</a:t>
            </a:r>
            <a:br>
              <a:rPr lang="en" sz="1400"/>
            </a:br>
            <a:r>
              <a:rPr lang="en" sz="1400"/>
              <a:t>.</a:t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1400"/>
              <a:t>.</a:t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1400"/>
              <a:t>.</a:t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1400"/>
              <a:t>.</a:t>
            </a:r>
            <a:endParaRPr sz="1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1400"/>
              <a:t>.</a:t>
            </a:r>
            <a:br>
              <a:rPr lang="en" sz="1400"/>
            </a:br>
            <a:r>
              <a:rPr lang="en" sz="1400"/>
              <a:t>.</a:t>
            </a:r>
            <a:endParaRPr sz="1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1400"/>
              <a:t>.</a:t>
            </a:r>
            <a:endParaRPr sz="1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1400"/>
              <a:t>.</a:t>
            </a:r>
            <a:endParaRPr sz="1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1400"/>
              <a:t>.</a:t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1400"/>
              <a:t>93 frame</a:t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br>
              <a:rPr lang="en" sz="1400"/>
            </a:br>
            <a:endParaRPr sz="1400"/>
          </a:p>
        </p:txBody>
      </p:sp>
      <p:pic>
        <p:nvPicPr>
          <p:cNvPr id="773" name="Google Shape;773;p40" title="Screenshot 2026-06-12 at 1.58.54 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44653" y="2790325"/>
            <a:ext cx="2124785" cy="10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p40"/>
          <p:cNvSpPr txBox="1"/>
          <p:nvPr>
            <p:ph type="title"/>
          </p:nvPr>
        </p:nvSpPr>
        <p:spPr>
          <a:xfrm>
            <a:off x="1866175" y="2863525"/>
            <a:ext cx="12549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br>
              <a:rPr lang="en" sz="1400"/>
            </a:br>
            <a:r>
              <a:rPr lang="en" sz="1400"/>
              <a:t>2~</a:t>
            </a:r>
            <a:r>
              <a:rPr lang="en" sz="1400"/>
              <a:t>93 frame</a:t>
            </a:r>
            <a:br>
              <a:rPr lang="en" sz="1400"/>
            </a:br>
            <a:r>
              <a:rPr lang="en" sz="1400"/>
              <a:t>(PCD)</a:t>
            </a:r>
            <a:endParaRPr sz="1400"/>
          </a:p>
        </p:txBody>
      </p:sp>
      <p:sp>
        <p:nvSpPr>
          <p:cNvPr id="775" name="Google Shape;775;p40"/>
          <p:cNvSpPr txBox="1"/>
          <p:nvPr>
            <p:ph type="title"/>
          </p:nvPr>
        </p:nvSpPr>
        <p:spPr>
          <a:xfrm>
            <a:off x="7600900" y="1633475"/>
            <a:ext cx="16521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br>
              <a:rPr lang="en" sz="1400"/>
            </a:br>
            <a:r>
              <a:rPr lang="en" sz="1400"/>
              <a:t>RGB 360 Video</a:t>
            </a:r>
            <a:br>
              <a:rPr lang="en" sz="1400"/>
            </a:br>
            <a:r>
              <a:rPr lang="en" sz="1400"/>
              <a:t>(GT)</a:t>
            </a:r>
            <a:endParaRPr sz="1400"/>
          </a:p>
        </p:txBody>
      </p:sp>
      <p:pic>
        <p:nvPicPr>
          <p:cNvPr id="776" name="Google Shape;776;p40" title="image_context_original_y0.png"/>
          <p:cNvPicPr preferRelativeResize="0"/>
          <p:nvPr/>
        </p:nvPicPr>
        <p:blipFill rotWithShape="1">
          <a:blip r:embed="rId4">
            <a:alphaModFix/>
          </a:blip>
          <a:srcRect b="0" l="10690" r="-10690" t="0"/>
          <a:stretch/>
        </p:blipFill>
        <p:spPr>
          <a:xfrm>
            <a:off x="5576500" y="2812825"/>
            <a:ext cx="2024399" cy="1012200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40"/>
          <p:cNvSpPr txBox="1"/>
          <p:nvPr>
            <p:ph type="title"/>
          </p:nvPr>
        </p:nvSpPr>
        <p:spPr>
          <a:xfrm>
            <a:off x="7600900" y="2948725"/>
            <a:ext cx="12549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br>
              <a:rPr lang="en" sz="1400"/>
            </a:br>
            <a:r>
              <a:rPr lang="en" sz="1400"/>
              <a:t>2~93 frame</a:t>
            </a:r>
            <a:br>
              <a:rPr lang="en" sz="1400"/>
            </a:br>
            <a:r>
              <a:rPr lang="en" sz="1400"/>
              <a:t>(GT)</a:t>
            </a:r>
            <a:endParaRPr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After 2000 iterations</a:t>
            </a:r>
            <a:endParaRPr/>
          </a:p>
        </p:txBody>
      </p:sp>
      <p:sp>
        <p:nvSpPr>
          <p:cNvPr id="783" name="Google Shape;783;p41"/>
          <p:cNvSpPr txBox="1"/>
          <p:nvPr>
            <p:ph type="title"/>
          </p:nvPr>
        </p:nvSpPr>
        <p:spPr>
          <a:xfrm>
            <a:off x="1361175" y="3612600"/>
            <a:ext cx="1864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Generate</a:t>
            </a:r>
            <a:endParaRPr/>
          </a:p>
        </p:txBody>
      </p:sp>
      <p:sp>
        <p:nvSpPr>
          <p:cNvPr id="784" name="Google Shape;784;p41"/>
          <p:cNvSpPr txBox="1"/>
          <p:nvPr>
            <p:ph type="title"/>
          </p:nvPr>
        </p:nvSpPr>
        <p:spPr>
          <a:xfrm>
            <a:off x="931800" y="1874925"/>
            <a:ext cx="2199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Original(GT)</a:t>
            </a:r>
            <a:endParaRPr/>
          </a:p>
        </p:txBody>
      </p:sp>
      <p:pic>
        <p:nvPicPr>
          <p:cNvPr id="785" name="Google Shape;785;p41" title="waymo_mask_gt_vs_nohardlock_vertical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23375" y="1064050"/>
            <a:ext cx="4830600" cy="362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Compute Resource</a:t>
            </a:r>
            <a:endParaRPr/>
          </a:p>
        </p:txBody>
      </p:sp>
      <p:graphicFrame>
        <p:nvGraphicFramePr>
          <p:cNvPr id="791" name="Google Shape;791;p42"/>
          <p:cNvGraphicFramePr/>
          <p:nvPr/>
        </p:nvGraphicFramePr>
        <p:xfrm>
          <a:off x="762575" y="1303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{FEF86C39-C1AC-43C0-AB85-E3D1C2416058}</a:tableStyleId>
              </a:tblPr>
              <a:tblGrid>
                <a:gridCol w="2147725"/>
                <a:gridCol w="2874525"/>
                <a:gridCol w="2511125"/>
              </a:tblGrid>
              <a:tr h="491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Hard lock first frame(panorama)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First frame non-panorama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91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One iteration time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~27 second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~50 second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91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Total iteration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2000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2000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91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Total training time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29 hr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40 hr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91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GPU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8 x A100 80GB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8x A100 80GB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4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Compute </a:t>
            </a:r>
            <a:r>
              <a:rPr lang="en"/>
              <a:t>Resource</a:t>
            </a:r>
            <a:endParaRPr/>
          </a:p>
        </p:txBody>
      </p:sp>
      <p:graphicFrame>
        <p:nvGraphicFramePr>
          <p:cNvPr id="797" name="Google Shape;797;p43"/>
          <p:cNvGraphicFramePr/>
          <p:nvPr/>
        </p:nvGraphicFramePr>
        <p:xfrm>
          <a:off x="762575" y="1303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{FEF86C39-C1AC-43C0-AB85-E3D1C2416058}</a:tableStyleId>
              </a:tblPr>
              <a:tblGrid>
                <a:gridCol w="2091825"/>
                <a:gridCol w="2930425"/>
                <a:gridCol w="2511125"/>
              </a:tblGrid>
              <a:tr h="491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Hard lock first frame(panorama)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First frame non-panorama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91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One iteration time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~27 second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~50 second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91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Total iteration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2000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2000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91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Total training time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29 hr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40 hr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91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GPU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8 x A100 80GB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8x A100 80GB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4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Next Step ()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chnology Market Research Pitch Deck by Slidesgo">
  <a:themeElements>
    <a:clrScheme name="Simple Light">
      <a:dk1>
        <a:srgbClr val="FFFFFF"/>
      </a:dk1>
      <a:lt1>
        <a:srgbClr val="00CADA"/>
      </a:lt1>
      <a:dk2>
        <a:srgbClr val="110E24"/>
      </a:dk2>
      <a:lt2>
        <a:srgbClr val="46406B"/>
      </a:lt2>
      <a:accent1>
        <a:srgbClr val="69639C"/>
      </a:accent1>
      <a:accent2>
        <a:srgbClr val="AFAFB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